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87680" y="327660"/>
            <a:ext cx="518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20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zh-TW" sz="1020" dirty="0"/>
          </a:p>
        </p:txBody>
      </p:sp>
      <p:sp>
        <p:nvSpPr>
          <p:cNvPr id="3" name="headline"/>
          <p:cNvSpPr/>
          <p:nvPr/>
        </p:nvSpPr>
        <p:spPr>
          <a:xfrm>
            <a:off x="495300" y="7239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52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From pixels to editable layers</a:t>
            </a:r>
            <a:endParaRPr lang="zh-TW" sz="2520" dirty="0"/>
          </a:p>
        </p:txBody>
      </p:sp>
      <p:sp>
        <p:nvSpPr>
          <p:cNvPr id="4" name="subtitle"/>
          <p:cNvSpPr/>
          <p:nvPr/>
        </p:nvSpPr>
        <p:spPr>
          <a:xfrm>
            <a:off x="487680" y="1280160"/>
            <a:ext cx="5334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2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Complex screenshot fixture / 原始外觀優先</a:t>
            </a:r>
            <a:endParaRPr lang="zh-TW" sz="1302" dirty="0"/>
          </a:p>
        </p:txBody>
      </p:sp>
      <p:sp>
        <p:nvSpPr>
          <p:cNvPr id="5" name="card-1"/>
          <p:cNvSpPr/>
          <p:nvPr/>
        </p:nvSpPr>
        <p:spPr>
          <a:xfrm>
            <a:off x="685800" y="2438400"/>
            <a:ext cx="1790700" cy="15621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1920" dist="45720" dir="5400000">
              <a:srgbClr val="16324F">
                <a:alpha val="13000"/>
              </a:srgbClr>
            </a:outerShdw>
          </a:effectLst>
        </p:spPr>
      </p:sp>
      <p:sp>
        <p:nvSpPr>
          <p:cNvPr id="6" name="card-2"/>
          <p:cNvSpPr/>
          <p:nvPr/>
        </p:nvSpPr>
        <p:spPr>
          <a:xfrm>
            <a:off x="3314700" y="2438400"/>
            <a:ext cx="1790700" cy="15621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1920" dist="45720" dir="5400000">
              <a:srgbClr val="16324F">
                <a:alpha val="13000"/>
              </a:srgbClr>
            </a:outerShdw>
          </a:effectLst>
        </p:spPr>
      </p:sp>
      <p:sp>
        <p:nvSpPr>
          <p:cNvPr id="7" name="card-3"/>
          <p:cNvSpPr/>
          <p:nvPr/>
        </p:nvSpPr>
        <p:spPr>
          <a:xfrm>
            <a:off x="5943600" y="2438400"/>
            <a:ext cx="1790700" cy="15621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1920" dist="45720" dir="5400000">
              <a:srgbClr val="16324F">
                <a:alpha val="13000"/>
              </a:srgbClr>
            </a:outerShdw>
          </a:effectLst>
        </p:spPr>
      </p:sp>
      <p:sp>
        <p:nvSpPr>
          <p:cNvPr id="8" name="card-4"/>
          <p:cNvSpPr/>
          <p:nvPr/>
        </p:nvSpPr>
        <p:spPr>
          <a:xfrm>
            <a:off x="8572500" y="2438400"/>
            <a:ext cx="1790700" cy="15621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21920" dist="45720" dir="5400000">
              <a:srgbClr val="16324F">
                <a:alpha val="13000"/>
              </a:srgbClr>
            </a:outerShdw>
          </a:effectLst>
        </p:spPr>
      </p:sp>
      <p:sp>
        <p:nvSpPr>
          <p:cNvPr id="9" name="forward-connector-1"/>
          <p:cNvSpPr/>
          <p:nvPr/>
        </p:nvSpPr>
        <p:spPr>
          <a:xfrm>
            <a:off x="2476500" y="3200400"/>
            <a:ext cx="746760" cy="0"/>
          </a:xfrm>
          <a:prstGeom prst="line">
            <a:avLst/>
          </a:prstGeom>
          <a:noFill/>
          <a:ln w="22860">
            <a:solidFill>
              <a:srgbClr val="587088"/>
            </a:solidFill>
            <a:prstDash val="solid"/>
          </a:ln>
        </p:spPr>
      </p:sp>
      <p:sp>
        <p:nvSpPr>
          <p:cNvPr id="10" name="forward-arrowhead-1"/>
          <p:cNvSpPr/>
          <p:nvPr/>
        </p:nvSpPr>
        <p:spPr>
          <a:xfrm>
            <a:off x="3154680" y="3154680"/>
            <a:ext cx="68580" cy="91440"/>
          </a:xfrm>
          <a:custGeom>
            <a:avLst/>
            <a:gdLst/>
            <a:ahLst/>
            <a:cxnLst/>
            <a:rect l="l" t="t" r="r" b="b"/>
            <a:pathLst>
              <a:path w="68580" h="91440">
                <a:moveTo>
                  <a:pt x="0" y="0"/>
                </a:moveTo>
                <a:lnTo>
                  <a:pt x="68580" y="45720"/>
                </a:lnTo>
                <a:lnTo>
                  <a:pt x="0" y="91440"/>
                </a:lnTo>
              </a:path>
            </a:pathLst>
          </a:custGeom>
          <a:ln w="22860">
            <a:solidFill>
              <a:srgbClr val="587088"/>
            </a:solidFill>
            <a:prstDash val="solid"/>
          </a:ln>
        </p:spPr>
      </p:sp>
      <p:sp>
        <p:nvSpPr>
          <p:cNvPr id="11" name="forward-connector-2"/>
          <p:cNvSpPr/>
          <p:nvPr/>
        </p:nvSpPr>
        <p:spPr>
          <a:xfrm>
            <a:off x="5105400" y="3200400"/>
            <a:ext cx="746760" cy="0"/>
          </a:xfrm>
          <a:prstGeom prst="line">
            <a:avLst/>
          </a:prstGeom>
          <a:noFill/>
          <a:ln w="22860">
            <a:solidFill>
              <a:srgbClr val="587088"/>
            </a:solidFill>
            <a:prstDash val="solid"/>
          </a:ln>
        </p:spPr>
      </p:sp>
      <p:sp>
        <p:nvSpPr>
          <p:cNvPr id="12" name="forward-arrowhead-2"/>
          <p:cNvSpPr/>
          <p:nvPr/>
        </p:nvSpPr>
        <p:spPr>
          <a:xfrm>
            <a:off x="5783580" y="3154680"/>
            <a:ext cx="68580" cy="91440"/>
          </a:xfrm>
          <a:custGeom>
            <a:avLst/>
            <a:gdLst/>
            <a:ahLst/>
            <a:cxnLst/>
            <a:rect l="l" t="t" r="r" b="b"/>
            <a:pathLst>
              <a:path w="68580" h="91440">
                <a:moveTo>
                  <a:pt x="0" y="0"/>
                </a:moveTo>
                <a:lnTo>
                  <a:pt x="68580" y="45720"/>
                </a:lnTo>
                <a:lnTo>
                  <a:pt x="0" y="91440"/>
                </a:lnTo>
              </a:path>
            </a:pathLst>
          </a:custGeom>
          <a:ln w="22860">
            <a:solidFill>
              <a:srgbClr val="587088"/>
            </a:solidFill>
            <a:prstDash val="solid"/>
          </a:ln>
        </p:spPr>
      </p:sp>
      <p:sp>
        <p:nvSpPr>
          <p:cNvPr id="13" name="forward-connector-3"/>
          <p:cNvSpPr/>
          <p:nvPr/>
        </p:nvSpPr>
        <p:spPr>
          <a:xfrm>
            <a:off x="7734300" y="3200400"/>
            <a:ext cx="746760" cy="0"/>
          </a:xfrm>
          <a:prstGeom prst="line">
            <a:avLst/>
          </a:prstGeom>
          <a:noFill/>
          <a:ln w="22860">
            <a:solidFill>
              <a:srgbClr val="587088"/>
            </a:solidFill>
            <a:prstDash val="solid"/>
          </a:ln>
        </p:spPr>
      </p:sp>
      <p:sp>
        <p:nvSpPr>
          <p:cNvPr id="14" name="forward-arrowhead-3"/>
          <p:cNvSpPr/>
          <p:nvPr/>
        </p:nvSpPr>
        <p:spPr>
          <a:xfrm>
            <a:off x="8412480" y="3154680"/>
            <a:ext cx="68580" cy="91440"/>
          </a:xfrm>
          <a:custGeom>
            <a:avLst/>
            <a:gdLst/>
            <a:ahLst/>
            <a:cxnLst/>
            <a:rect l="l" t="t" r="r" b="b"/>
            <a:pathLst>
              <a:path w="68580" h="91440">
                <a:moveTo>
                  <a:pt x="0" y="0"/>
                </a:moveTo>
                <a:lnTo>
                  <a:pt x="68580" y="45720"/>
                </a:lnTo>
                <a:lnTo>
                  <a:pt x="0" y="91440"/>
                </a:lnTo>
              </a:path>
            </a:pathLst>
          </a:custGeom>
          <a:ln w="22860">
            <a:solidFill>
              <a:srgbClr val="587088"/>
            </a:solidFill>
            <a:prstDash val="solid"/>
          </a:ln>
        </p:spPr>
      </p:sp>
      <p:sp>
        <p:nvSpPr>
          <p:cNvPr id="15" name="icon-disc-1"/>
          <p:cNvSpPr/>
          <p:nvPr/>
        </p:nvSpPr>
        <p:spPr>
          <a:xfrm>
            <a:off x="1310640" y="2628900"/>
            <a:ext cx="533400" cy="533400"/>
          </a:xfrm>
          <a:prstGeom prst="ellipse">
            <a:avLst/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6" name="icon-disc-2"/>
          <p:cNvSpPr/>
          <p:nvPr/>
        </p:nvSpPr>
        <p:spPr>
          <a:xfrm>
            <a:off x="3939540" y="2628900"/>
            <a:ext cx="533400" cy="533400"/>
          </a:xfrm>
          <a:prstGeom prst="ellipse">
            <a:avLst/>
          </a:prstGeom>
          <a:solidFill>
            <a:srgbClr val="00A68C"/>
          </a:solidFill>
          <a:ln w="12700">
            <a:solidFill>
              <a:srgbClr val="00A68C">
                <a:alpha val="0"/>
              </a:srgbClr>
            </a:solidFill>
            <a:prstDash val="solid"/>
          </a:ln>
        </p:spPr>
      </p:sp>
      <p:sp>
        <p:nvSpPr>
          <p:cNvPr id="17" name="icon-disc-3"/>
          <p:cNvSpPr/>
          <p:nvPr/>
        </p:nvSpPr>
        <p:spPr>
          <a:xfrm>
            <a:off x="6568440" y="2628900"/>
            <a:ext cx="533400" cy="533400"/>
          </a:xfrm>
          <a:prstGeom prst="ellipse">
            <a:avLst/>
          </a:prstGeom>
          <a:solidFill>
            <a:srgbClr val="7953CF"/>
          </a:solidFill>
          <a:ln w="12700">
            <a:solidFill>
              <a:srgbClr val="7953CF">
                <a:alpha val="0"/>
              </a:srgbClr>
            </a:solidFill>
            <a:prstDash val="solid"/>
          </a:ln>
        </p:spPr>
      </p:sp>
      <p:sp>
        <p:nvSpPr>
          <p:cNvPr id="18" name="icon-disc-4"/>
          <p:cNvSpPr/>
          <p:nvPr/>
        </p:nvSpPr>
        <p:spPr>
          <a:xfrm>
            <a:off x="9197340" y="2628900"/>
            <a:ext cx="533400" cy="533400"/>
          </a:xfrm>
          <a:prstGeom prst="ellipse">
            <a:avLst/>
          </a:prstGeom>
          <a:solidFill>
            <a:srgbClr val="D67A24"/>
          </a:solidFill>
          <a:ln w="12700">
            <a:solidFill>
              <a:srgbClr val="D67A24">
                <a:alpha val="0"/>
              </a:srgbClr>
            </a:solidFill>
            <a:prstDash val="solid"/>
          </a:ln>
        </p:spPr>
      </p:sp>
      <p:sp>
        <p:nvSpPr>
          <p:cNvPr id="19" name="inspect-lens"/>
          <p:cNvSpPr/>
          <p:nvPr/>
        </p:nvSpPr>
        <p:spPr>
          <a:xfrm>
            <a:off x="1440180" y="275844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inspect-handle"/>
          <p:cNvSpPr/>
          <p:nvPr/>
        </p:nvSpPr>
        <p:spPr>
          <a:xfrm>
            <a:off x="1630680" y="2948940"/>
            <a:ext cx="114300" cy="99060"/>
          </a:xfrm>
          <a:prstGeom prst="line">
            <a:avLst/>
          </a:prstGeom>
          <a:noFill/>
          <a:ln w="34290">
            <a:solidFill>
              <a:srgbClr val="FFFFFF"/>
            </a:solidFill>
            <a:prstDash val="solid"/>
          </a:ln>
        </p:spPr>
      </p:sp>
      <p:sp>
        <p:nvSpPr>
          <p:cNvPr id="21" name="rebuild-tile-back"/>
          <p:cNvSpPr/>
          <p:nvPr/>
        </p:nvSpPr>
        <p:spPr>
          <a:xfrm>
            <a:off x="4099560" y="2750820"/>
            <a:ext cx="228600" cy="152400"/>
          </a:xfrm>
          <a:prstGeom prst="rect">
            <a:avLst/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2" name="rebuild-tile-middle"/>
          <p:cNvSpPr/>
          <p:nvPr/>
        </p:nvSpPr>
        <p:spPr>
          <a:xfrm>
            <a:off x="4046220" y="2819400"/>
            <a:ext cx="228600" cy="152400"/>
          </a:xfrm>
          <a:prstGeom prst="rect">
            <a:avLst/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3" name="rebuild-tile-front"/>
          <p:cNvSpPr/>
          <p:nvPr/>
        </p:nvSpPr>
        <p:spPr>
          <a:xfrm>
            <a:off x="3992880" y="2887980"/>
            <a:ext cx="228600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render-monitor"/>
          <p:cNvSpPr/>
          <p:nvPr/>
        </p:nvSpPr>
        <p:spPr>
          <a:xfrm>
            <a:off x="6682740" y="2788920"/>
            <a:ext cx="304800" cy="19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render-monitor-stand"/>
          <p:cNvSpPr/>
          <p:nvPr/>
        </p:nvSpPr>
        <p:spPr>
          <a:xfrm>
            <a:off x="6823710" y="2987040"/>
            <a:ext cx="22860" cy="685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correct-check"/>
          <p:cNvSpPr/>
          <p:nvPr/>
        </p:nvSpPr>
        <p:spPr>
          <a:xfrm>
            <a:off x="9349740" y="2804160"/>
            <a:ext cx="259080" cy="160020"/>
          </a:xfrm>
          <a:custGeom>
            <a:avLst/>
            <a:gdLst/>
            <a:ahLst/>
            <a:cxnLst/>
            <a:rect l="l" t="t" r="r" b="b"/>
            <a:pathLst>
              <a:path w="259080" h="160020">
                <a:moveTo>
                  <a:pt x="0" y="68580"/>
                </a:moveTo>
                <a:lnTo>
                  <a:pt x="91440" y="160020"/>
                </a:lnTo>
                <a:lnTo>
                  <a:pt x="259080" y="0"/>
                </a:lnTo>
              </a:path>
            </a:pathLst>
          </a:custGeom>
          <a:ln w="30480">
            <a:solidFill>
              <a:srgbClr val="FFFFFF"/>
            </a:solidFill>
            <a:prstDash val="solid"/>
          </a:ln>
        </p:spPr>
      </p:sp>
      <p:sp>
        <p:nvSpPr>
          <p:cNvPr id="27" name="step-label-1"/>
          <p:cNvSpPr/>
          <p:nvPr/>
        </p:nvSpPr>
        <p:spPr>
          <a:xfrm>
            <a:off x="807720" y="3383280"/>
            <a:ext cx="1546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6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Inspect</a:t>
            </a:r>
            <a:endParaRPr lang="zh-TW" sz="1560" dirty="0"/>
          </a:p>
        </p:txBody>
      </p:sp>
      <p:sp>
        <p:nvSpPr>
          <p:cNvPr id="28" name="step-label-2"/>
          <p:cNvSpPr/>
          <p:nvPr/>
        </p:nvSpPr>
        <p:spPr>
          <a:xfrm>
            <a:off x="3436620" y="3383280"/>
            <a:ext cx="1546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6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Rebuild</a:t>
            </a:r>
            <a:endParaRPr lang="zh-TW" sz="1560" dirty="0"/>
          </a:p>
        </p:txBody>
      </p:sp>
      <p:sp>
        <p:nvSpPr>
          <p:cNvPr id="29" name="step-label-3"/>
          <p:cNvSpPr/>
          <p:nvPr/>
        </p:nvSpPr>
        <p:spPr>
          <a:xfrm>
            <a:off x="6065520" y="3383280"/>
            <a:ext cx="1546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6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zh-TW" sz="1560" dirty="0"/>
          </a:p>
        </p:txBody>
      </p:sp>
      <p:sp>
        <p:nvSpPr>
          <p:cNvPr id="30" name="step-label-4"/>
          <p:cNvSpPr/>
          <p:nvPr/>
        </p:nvSpPr>
        <p:spPr>
          <a:xfrm>
            <a:off x="8686800" y="3383280"/>
            <a:ext cx="1546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6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Correct</a:t>
            </a:r>
            <a:endParaRPr lang="zh-TW" sz="1560" dirty="0"/>
          </a:p>
        </p:txBody>
      </p:sp>
      <p:sp>
        <p:nvSpPr>
          <p:cNvPr id="31" name="return-loop"/>
          <p:cNvSpPr/>
          <p:nvPr/>
        </p:nvSpPr>
        <p:spPr>
          <a:xfrm>
            <a:off x="4191000" y="4114800"/>
            <a:ext cx="5280660" cy="609600"/>
          </a:xfrm>
          <a:custGeom>
            <a:avLst/>
            <a:gdLst/>
            <a:ahLst/>
            <a:cxnLst/>
            <a:rect l="l" t="t" r="r" b="b"/>
            <a:pathLst>
              <a:path w="5280660" h="609600">
                <a:moveTo>
                  <a:pt x="5280660" y="0"/>
                </a:moveTo>
                <a:lnTo>
                  <a:pt x="5280660" y="609600"/>
                </a:lnTo>
                <a:lnTo>
                  <a:pt x="0" y="609600"/>
                </a:lnTo>
                <a:lnTo>
                  <a:pt x="0" y="53340"/>
                </a:lnTo>
              </a:path>
            </a:pathLst>
          </a:custGeom>
          <a:ln w="15240">
            <a:solidFill>
              <a:srgbClr val="587088"/>
            </a:solidFill>
            <a:prstDash val="solid"/>
          </a:ln>
        </p:spPr>
      </p:sp>
      <p:sp>
        <p:nvSpPr>
          <p:cNvPr id="32" name="return-loop-arrowhead"/>
          <p:cNvSpPr/>
          <p:nvPr/>
        </p:nvSpPr>
        <p:spPr>
          <a:xfrm>
            <a:off x="4122420" y="4122420"/>
            <a:ext cx="68580" cy="91440"/>
          </a:xfrm>
          <a:custGeom>
            <a:avLst/>
            <a:gdLst/>
            <a:ahLst/>
            <a:cxnLst/>
            <a:rect l="l" t="t" r="r" b="b"/>
            <a:pathLst>
              <a:path w="68580" h="91440">
                <a:moveTo>
                  <a:pt x="0" y="0"/>
                </a:moveTo>
                <a:lnTo>
                  <a:pt x="68580" y="45720"/>
                </a:lnTo>
                <a:lnTo>
                  <a:pt x="0" y="91440"/>
                </a:lnTo>
              </a:path>
            </a:pathLst>
          </a:custGeom>
          <a:ln w="15240">
            <a:solidFill>
              <a:srgbClr val="587088"/>
            </a:solidFill>
            <a:prstDash val="solid"/>
          </a:ln>
        </p:spPr>
      </p:sp>
      <p:sp>
        <p:nvSpPr>
          <p:cNvPr id="33" name="loop-caption"/>
          <p:cNvSpPr/>
          <p:nvPr/>
        </p:nvSpPr>
        <p:spPr>
          <a:xfrm>
            <a:off x="4846320" y="4968240"/>
            <a:ext cx="3429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2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Targeted correction loop</a:t>
            </a:r>
            <a:endParaRPr lang="zh-TW" sz="1320" dirty="0"/>
          </a:p>
        </p:txBody>
      </p:sp>
      <p:sp>
        <p:nvSpPr>
          <p:cNvPr id="34" name="footer-note"/>
          <p:cNvSpPr/>
          <p:nvPr/>
        </p:nvSpPr>
        <p:spPr>
          <a:xfrm>
            <a:off x="685800" y="5593080"/>
            <a:ext cx="2133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文字保持原樣</a:t>
            </a:r>
            <a:endParaRPr lang="zh-TW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pixels to editable layers</dc:title>
  <dc:subject>Editable recreation of the permitted source PNG</dc:subject>
  <dc:creator>SlideRecast independent conversion</dc:creator>
  <cp:lastModifiedBy>SlideRecast independent conversion</cp:lastModifiedBy>
  <cp:revision>1</cp:revision>
  <dcterms:created xsi:type="dcterms:W3CDTF">2026-10-13T08:56:35Z</dcterms:created>
  <dcterms:modified xsi:type="dcterms:W3CDTF">2026-10-13T08:56:35Z</dcterms:modified>
</cp:coreProperties>
</file>