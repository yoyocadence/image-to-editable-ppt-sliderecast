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embeddings/Microsoft_Excel_Worksheet1.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</c:v>
                </c:pt>
                <c:pt idx="1">
                  <c:v>58</c:v>
                </c:pt>
                <c:pt idx="2">
                  <c:v>76</c:v>
                </c:pt>
                <c:pt idx="3">
                  <c:v>92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222222222"/>
      </c:catAx>
      <c:valAx>
        <c:axId val="222222222"/>
        <c:scaling>
          <c:orientation val="minMax"/>
        </c:scaling>
        <c:delete val="0"/>
        <c:axPos val="l"/>
        <c:txPr>
          <a:bodyPr vert="horz"/>
          <a:lstStyle/>
          <a:p>
            <a:pPr>
              <a:defRPr>
                <a:solidFill>
                  <a:srgbClr val="000000"/>
                </a:solidFill>
              </a:defRPr>
            </a:pPr>
          </a:p>
        </c:txPr>
        <c:crossAx val="111111111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600"/>
              <a:t>Optional editable data probe</a:t>
            </a:r>
            <a:endParaRPr sz="2600"/>
          </a:p>
        </p:txBody>
      </p:sp>
      <p:graphicFrame>
        <p:nvGraphicFramePr>
          <p:cNvPr id="3" name="Chart 1"/>
          <p:cNvGraphicFramePr/>
          <p:nvPr/>
        </p:nvGraphicFramePr>
        <p:xfrm>
          <a:off x="914400" y="1371600"/>
          <a:ext cx="91440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