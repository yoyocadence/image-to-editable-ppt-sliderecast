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Sample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</c:v>
                </c:pt>
                <c:pt idx="1">
                  <c:v>59</c:v>
                </c:pt>
                <c:pt idx="2">
                  <c:v>77</c:v>
                </c:pt>
                <c:pt idx="3">
                  <c:v>93</c:v>
                </c:pt>
              </c:numCache>
            </c:numRef>
          </c:val>
        </c:ser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txPr>
          <a:bodyPr vert="horz"/>
          <a:lstStyle/>
          <a:p>
            <a:pPr>
              <a:defRPr>
                <a:solidFill>
                  <a:srgbClr val="000000"/>
                </a:solidFill>
              </a:defRPr>
            </a:pPr>
          </a:p>
        </c:txPr>
        <c:crossAx val="222222222"/>
      </c:catAx>
      <c:valAx>
        <c:axId val="222222222"/>
        <c:scaling>
          <c:orientation val="minMax"/>
        </c:scaling>
        <c:delete val="0"/>
        <c:axPos val="l"/>
        <c:txPr>
          <a:bodyPr vert="horz"/>
          <a:lstStyle/>
          <a:p>
            <a:pPr>
              <a:defRPr>
                <a:solidFill>
                  <a:srgbClr val="000000"/>
                </a:solidFill>
              </a:defRPr>
            </a:pPr>
          </a:p>
        </c:txPr>
        <c:crossAx val="111111111"/>
      </c:valAx>
    </c:plotArea>
    <c:plotVisOnly val="1"/>
    <c:dispBlanksAs val="gap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Optional editable data probe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1371600"/>
          <a:ext cx="91440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2026-10-13T08:41:05Z</dcterms:created>
  <dcterms:modified xsi:type="dcterms:W3CDTF">2026-10-13T08:41:05Z</dcterms:modified>
</cp:coreProperties>
</file>