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fographic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infographic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infographic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Rebuild the visual. Keep the meaning.</a:t>
            </a:r>
            <a:endParaRPr lang="en-US" sz="2800" dirty="0"/>
          </a:p>
        </p:txBody>
      </p:sp>
      <p:sp>
        <p:nvSpPr>
          <p:cNvPr id="5" name="infographic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Fidelity-first reconstruction / 高保真視覺重建</a:t>
            </a:r>
            <a:endParaRPr lang="en-US" sz="1467" dirty="0"/>
          </a:p>
        </p:txBody>
      </p:sp>
      <p:sp>
        <p:nvSpPr>
          <p:cNvPr id="6" name="infographic-shape-4"/>
          <p:cNvSpPr/>
          <p:nvPr/>
        </p:nvSpPr>
        <p:spPr>
          <a:xfrm>
            <a:off x="541867" y="2116667"/>
            <a:ext cx="3556000" cy="3598333"/>
          </a:xfrm>
          <a:prstGeom prst="roundRect">
            <a:avLst>
              <a:gd name="adj" fmla="val 2857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7" name="gradient-band-0"/>
          <p:cNvSpPr/>
          <p:nvPr/>
        </p:nvSpPr>
        <p:spPr>
          <a:xfrm>
            <a:off x="643467" y="2116667"/>
            <a:ext cx="41910" cy="3598333"/>
          </a:xfrm>
          <a:prstGeom prst="rect">
            <a:avLst/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8" name="gradient-band-1"/>
          <p:cNvSpPr/>
          <p:nvPr/>
        </p:nvSpPr>
        <p:spPr>
          <a:xfrm>
            <a:off x="685377" y="2116667"/>
            <a:ext cx="41910" cy="3598333"/>
          </a:xfrm>
          <a:prstGeom prst="rect">
            <a:avLst/>
          </a:prstGeom>
          <a:solidFill>
            <a:srgbClr val="255CEC"/>
          </a:solidFill>
          <a:ln w="12700">
            <a:solidFill>
              <a:srgbClr val="255CEC">
                <a:alpha val="0"/>
              </a:srgbClr>
            </a:solidFill>
            <a:prstDash val="solid"/>
          </a:ln>
        </p:spPr>
      </p:sp>
      <p:sp>
        <p:nvSpPr>
          <p:cNvPr id="9" name="gradient-band-2"/>
          <p:cNvSpPr/>
          <p:nvPr/>
        </p:nvSpPr>
        <p:spPr>
          <a:xfrm>
            <a:off x="727287" y="2116667"/>
            <a:ext cx="41910" cy="3598333"/>
          </a:xfrm>
          <a:prstGeom prst="rect">
            <a:avLst/>
          </a:prstGeom>
          <a:solidFill>
            <a:srgbClr val="255BEB"/>
          </a:solidFill>
          <a:ln w="12700">
            <a:solidFill>
              <a:srgbClr val="255BEB">
                <a:alpha val="0"/>
              </a:srgbClr>
            </a:solidFill>
            <a:prstDash val="solid"/>
          </a:ln>
        </p:spPr>
      </p:sp>
      <p:sp>
        <p:nvSpPr>
          <p:cNvPr id="10" name="gradient-band-3"/>
          <p:cNvSpPr/>
          <p:nvPr/>
        </p:nvSpPr>
        <p:spPr>
          <a:xfrm>
            <a:off x="769197" y="2116667"/>
            <a:ext cx="41910" cy="3598333"/>
          </a:xfrm>
          <a:prstGeom prst="rect">
            <a:avLst/>
          </a:prstGeom>
          <a:solidFill>
            <a:srgbClr val="265BEB"/>
          </a:solidFill>
          <a:ln w="12700">
            <a:solidFill>
              <a:srgbClr val="265BEB">
                <a:alpha val="0"/>
              </a:srgbClr>
            </a:solidFill>
            <a:prstDash val="solid"/>
          </a:ln>
        </p:spPr>
      </p:sp>
      <p:sp>
        <p:nvSpPr>
          <p:cNvPr id="11" name="gradient-band-4"/>
          <p:cNvSpPr/>
          <p:nvPr/>
        </p:nvSpPr>
        <p:spPr>
          <a:xfrm>
            <a:off x="811107" y="2116667"/>
            <a:ext cx="41910" cy="3598333"/>
          </a:xfrm>
          <a:prstGeom prst="rect">
            <a:avLst/>
          </a:prstGeom>
          <a:solidFill>
            <a:srgbClr val="275AEA"/>
          </a:solidFill>
          <a:ln w="12700">
            <a:solidFill>
              <a:srgbClr val="275AEA">
                <a:alpha val="0"/>
              </a:srgbClr>
            </a:solidFill>
            <a:prstDash val="solid"/>
          </a:ln>
        </p:spPr>
      </p:sp>
      <p:sp>
        <p:nvSpPr>
          <p:cNvPr id="12" name="gradient-band-5"/>
          <p:cNvSpPr/>
          <p:nvPr/>
        </p:nvSpPr>
        <p:spPr>
          <a:xfrm>
            <a:off x="853017" y="2116667"/>
            <a:ext cx="41910" cy="3598333"/>
          </a:xfrm>
          <a:prstGeom prst="rect">
            <a:avLst/>
          </a:prstGeom>
          <a:solidFill>
            <a:srgbClr val="275AEA"/>
          </a:solidFill>
          <a:ln w="12700">
            <a:solidFill>
              <a:srgbClr val="275AEA">
                <a:alpha val="0"/>
              </a:srgbClr>
            </a:solidFill>
            <a:prstDash val="solid"/>
          </a:ln>
        </p:spPr>
      </p:sp>
      <p:sp>
        <p:nvSpPr>
          <p:cNvPr id="13" name="gradient-band-6"/>
          <p:cNvSpPr/>
          <p:nvPr/>
        </p:nvSpPr>
        <p:spPr>
          <a:xfrm>
            <a:off x="894927" y="2116667"/>
            <a:ext cx="41910" cy="3598333"/>
          </a:xfrm>
          <a:prstGeom prst="rect">
            <a:avLst/>
          </a:prstGeom>
          <a:solidFill>
            <a:srgbClr val="2859E9"/>
          </a:solidFill>
          <a:ln w="12700">
            <a:solidFill>
              <a:srgbClr val="2859E9">
                <a:alpha val="0"/>
              </a:srgbClr>
            </a:solidFill>
            <a:prstDash val="solid"/>
          </a:ln>
        </p:spPr>
      </p:sp>
      <p:sp>
        <p:nvSpPr>
          <p:cNvPr id="14" name="gradient-band-7"/>
          <p:cNvSpPr/>
          <p:nvPr/>
        </p:nvSpPr>
        <p:spPr>
          <a:xfrm>
            <a:off x="936837" y="2116667"/>
            <a:ext cx="41910" cy="3598333"/>
          </a:xfrm>
          <a:prstGeom prst="rect">
            <a:avLst/>
          </a:prstGeom>
          <a:solidFill>
            <a:srgbClr val="2859E9"/>
          </a:solidFill>
          <a:ln w="12700">
            <a:solidFill>
              <a:srgbClr val="2859E9">
                <a:alpha val="0"/>
              </a:srgbClr>
            </a:solidFill>
            <a:prstDash val="solid"/>
          </a:ln>
        </p:spPr>
      </p:sp>
      <p:sp>
        <p:nvSpPr>
          <p:cNvPr id="15" name="gradient-band-8"/>
          <p:cNvSpPr/>
          <p:nvPr/>
        </p:nvSpPr>
        <p:spPr>
          <a:xfrm>
            <a:off x="978747" y="2116667"/>
            <a:ext cx="41910" cy="3598333"/>
          </a:xfrm>
          <a:prstGeom prst="rect">
            <a:avLst/>
          </a:prstGeom>
          <a:solidFill>
            <a:srgbClr val="2958E8"/>
          </a:solidFill>
          <a:ln w="12700">
            <a:solidFill>
              <a:srgbClr val="2958E8">
                <a:alpha val="0"/>
              </a:srgbClr>
            </a:solidFill>
            <a:prstDash val="solid"/>
          </a:ln>
        </p:spPr>
      </p:sp>
      <p:sp>
        <p:nvSpPr>
          <p:cNvPr id="16" name="gradient-band-9"/>
          <p:cNvSpPr/>
          <p:nvPr/>
        </p:nvSpPr>
        <p:spPr>
          <a:xfrm>
            <a:off x="1020657" y="2116667"/>
            <a:ext cx="41910" cy="3598333"/>
          </a:xfrm>
          <a:prstGeom prst="rect">
            <a:avLst/>
          </a:prstGeom>
          <a:solidFill>
            <a:srgbClr val="2A58E8"/>
          </a:solidFill>
          <a:ln w="12700">
            <a:solidFill>
              <a:srgbClr val="2A58E8">
                <a:alpha val="0"/>
              </a:srgbClr>
            </a:solidFill>
            <a:prstDash val="solid"/>
          </a:ln>
        </p:spPr>
      </p:sp>
      <p:sp>
        <p:nvSpPr>
          <p:cNvPr id="17" name="gradient-band-10"/>
          <p:cNvSpPr/>
          <p:nvPr/>
        </p:nvSpPr>
        <p:spPr>
          <a:xfrm>
            <a:off x="1062567" y="2116667"/>
            <a:ext cx="41910" cy="3598333"/>
          </a:xfrm>
          <a:prstGeom prst="rect">
            <a:avLst/>
          </a:prstGeom>
          <a:solidFill>
            <a:srgbClr val="2A58E7"/>
          </a:solidFill>
          <a:ln w="12700">
            <a:solidFill>
              <a:srgbClr val="2A58E7">
                <a:alpha val="0"/>
              </a:srgbClr>
            </a:solidFill>
            <a:prstDash val="solid"/>
          </a:ln>
        </p:spPr>
      </p:sp>
      <p:sp>
        <p:nvSpPr>
          <p:cNvPr id="18" name="gradient-band-11"/>
          <p:cNvSpPr/>
          <p:nvPr/>
        </p:nvSpPr>
        <p:spPr>
          <a:xfrm>
            <a:off x="1104477" y="2116667"/>
            <a:ext cx="41910" cy="3598333"/>
          </a:xfrm>
          <a:prstGeom prst="rect">
            <a:avLst/>
          </a:prstGeom>
          <a:solidFill>
            <a:srgbClr val="2B57E7"/>
          </a:solidFill>
          <a:ln w="12700">
            <a:solidFill>
              <a:srgbClr val="2B57E7">
                <a:alpha val="0"/>
              </a:srgbClr>
            </a:solidFill>
            <a:prstDash val="solid"/>
          </a:ln>
        </p:spPr>
      </p:sp>
      <p:sp>
        <p:nvSpPr>
          <p:cNvPr id="19" name="gradient-band-12"/>
          <p:cNvSpPr/>
          <p:nvPr/>
        </p:nvSpPr>
        <p:spPr>
          <a:xfrm>
            <a:off x="1146387" y="2116667"/>
            <a:ext cx="41910" cy="3598333"/>
          </a:xfrm>
          <a:prstGeom prst="rect">
            <a:avLst/>
          </a:prstGeom>
          <a:solidFill>
            <a:srgbClr val="2C57E6"/>
          </a:solidFill>
          <a:ln w="12700">
            <a:solidFill>
              <a:srgbClr val="2C57E6">
                <a:alpha val="0"/>
              </a:srgbClr>
            </a:solidFill>
            <a:prstDash val="solid"/>
          </a:ln>
        </p:spPr>
      </p:sp>
      <p:sp>
        <p:nvSpPr>
          <p:cNvPr id="20" name="gradient-band-13"/>
          <p:cNvSpPr/>
          <p:nvPr/>
        </p:nvSpPr>
        <p:spPr>
          <a:xfrm>
            <a:off x="1188297" y="2116667"/>
            <a:ext cx="41910" cy="3598333"/>
          </a:xfrm>
          <a:prstGeom prst="rect">
            <a:avLst/>
          </a:prstGeom>
          <a:solidFill>
            <a:srgbClr val="2C56E6"/>
          </a:solidFill>
          <a:ln w="12700">
            <a:solidFill>
              <a:srgbClr val="2C56E6">
                <a:alpha val="0"/>
              </a:srgbClr>
            </a:solidFill>
            <a:prstDash val="solid"/>
          </a:ln>
        </p:spPr>
      </p:sp>
      <p:sp>
        <p:nvSpPr>
          <p:cNvPr id="21" name="gradient-band-14"/>
          <p:cNvSpPr/>
          <p:nvPr/>
        </p:nvSpPr>
        <p:spPr>
          <a:xfrm>
            <a:off x="1230207" y="2116667"/>
            <a:ext cx="41910" cy="3598333"/>
          </a:xfrm>
          <a:prstGeom prst="rect">
            <a:avLst/>
          </a:prstGeom>
          <a:solidFill>
            <a:srgbClr val="2D56E5"/>
          </a:solidFill>
          <a:ln w="12700">
            <a:solidFill>
              <a:srgbClr val="2D56E5">
                <a:alpha val="0"/>
              </a:srgbClr>
            </a:solidFill>
            <a:prstDash val="solid"/>
          </a:ln>
        </p:spPr>
      </p:sp>
      <p:sp>
        <p:nvSpPr>
          <p:cNvPr id="22" name="gradient-band-15"/>
          <p:cNvSpPr/>
          <p:nvPr/>
        </p:nvSpPr>
        <p:spPr>
          <a:xfrm>
            <a:off x="1272117" y="2116667"/>
            <a:ext cx="41910" cy="3598333"/>
          </a:xfrm>
          <a:prstGeom prst="rect">
            <a:avLst/>
          </a:prstGeom>
          <a:solidFill>
            <a:srgbClr val="2D55E5"/>
          </a:solidFill>
          <a:ln w="12700">
            <a:solidFill>
              <a:srgbClr val="2D55E5">
                <a:alpha val="0"/>
              </a:srgbClr>
            </a:solidFill>
            <a:prstDash val="solid"/>
          </a:ln>
        </p:spPr>
      </p:sp>
      <p:sp>
        <p:nvSpPr>
          <p:cNvPr id="23" name="gradient-band-16"/>
          <p:cNvSpPr/>
          <p:nvPr/>
        </p:nvSpPr>
        <p:spPr>
          <a:xfrm>
            <a:off x="1314027" y="2116667"/>
            <a:ext cx="41910" cy="3598333"/>
          </a:xfrm>
          <a:prstGeom prst="rect">
            <a:avLst/>
          </a:prstGeom>
          <a:solidFill>
            <a:srgbClr val="2E55E5"/>
          </a:solidFill>
          <a:ln w="12700">
            <a:solidFill>
              <a:srgbClr val="2E55E5">
                <a:alpha val="0"/>
              </a:srgbClr>
            </a:solidFill>
            <a:prstDash val="solid"/>
          </a:ln>
        </p:spPr>
      </p:sp>
      <p:sp>
        <p:nvSpPr>
          <p:cNvPr id="24" name="gradient-band-17"/>
          <p:cNvSpPr/>
          <p:nvPr/>
        </p:nvSpPr>
        <p:spPr>
          <a:xfrm>
            <a:off x="1355937" y="2116667"/>
            <a:ext cx="41910" cy="3598333"/>
          </a:xfrm>
          <a:prstGeom prst="rect">
            <a:avLst/>
          </a:prstGeom>
          <a:solidFill>
            <a:srgbClr val="2F54E4"/>
          </a:solidFill>
          <a:ln w="12700">
            <a:solidFill>
              <a:srgbClr val="2F54E4">
                <a:alpha val="0"/>
              </a:srgbClr>
            </a:solidFill>
            <a:prstDash val="solid"/>
          </a:ln>
        </p:spPr>
      </p:sp>
      <p:sp>
        <p:nvSpPr>
          <p:cNvPr id="25" name="gradient-band-18"/>
          <p:cNvSpPr/>
          <p:nvPr/>
        </p:nvSpPr>
        <p:spPr>
          <a:xfrm>
            <a:off x="1397847" y="2116667"/>
            <a:ext cx="41910" cy="3598333"/>
          </a:xfrm>
          <a:prstGeom prst="rect">
            <a:avLst/>
          </a:prstGeom>
          <a:solidFill>
            <a:srgbClr val="2F54E4"/>
          </a:solidFill>
          <a:ln w="12700">
            <a:solidFill>
              <a:srgbClr val="2F54E4">
                <a:alpha val="0"/>
              </a:srgbClr>
            </a:solidFill>
            <a:prstDash val="solid"/>
          </a:ln>
        </p:spPr>
      </p:sp>
      <p:sp>
        <p:nvSpPr>
          <p:cNvPr id="26" name="gradient-band-19"/>
          <p:cNvSpPr/>
          <p:nvPr/>
        </p:nvSpPr>
        <p:spPr>
          <a:xfrm>
            <a:off x="1439757" y="2116667"/>
            <a:ext cx="41910" cy="3598333"/>
          </a:xfrm>
          <a:prstGeom prst="rect">
            <a:avLst/>
          </a:prstGeom>
          <a:solidFill>
            <a:srgbClr val="3054E3"/>
          </a:solidFill>
          <a:ln w="12700">
            <a:solidFill>
              <a:srgbClr val="3054E3">
                <a:alpha val="0"/>
              </a:srgbClr>
            </a:solidFill>
            <a:prstDash val="solid"/>
          </a:ln>
        </p:spPr>
      </p:sp>
      <p:sp>
        <p:nvSpPr>
          <p:cNvPr id="27" name="gradient-band-20"/>
          <p:cNvSpPr/>
          <p:nvPr/>
        </p:nvSpPr>
        <p:spPr>
          <a:xfrm>
            <a:off x="1481667" y="2116667"/>
            <a:ext cx="41910" cy="3598333"/>
          </a:xfrm>
          <a:prstGeom prst="rect">
            <a:avLst/>
          </a:prstGeom>
          <a:solidFill>
            <a:srgbClr val="3153E3"/>
          </a:solidFill>
          <a:ln w="12700">
            <a:solidFill>
              <a:srgbClr val="3153E3">
                <a:alpha val="0"/>
              </a:srgbClr>
            </a:solidFill>
            <a:prstDash val="solid"/>
          </a:ln>
        </p:spPr>
      </p:sp>
      <p:sp>
        <p:nvSpPr>
          <p:cNvPr id="28" name="gradient-band-21"/>
          <p:cNvSpPr/>
          <p:nvPr/>
        </p:nvSpPr>
        <p:spPr>
          <a:xfrm>
            <a:off x="1523577" y="2116667"/>
            <a:ext cx="41910" cy="3598333"/>
          </a:xfrm>
          <a:prstGeom prst="rect">
            <a:avLst/>
          </a:prstGeom>
          <a:solidFill>
            <a:srgbClr val="3153E2"/>
          </a:solidFill>
          <a:ln w="12700">
            <a:solidFill>
              <a:srgbClr val="3153E2">
                <a:alpha val="0"/>
              </a:srgbClr>
            </a:solidFill>
            <a:prstDash val="solid"/>
          </a:ln>
        </p:spPr>
      </p:sp>
      <p:sp>
        <p:nvSpPr>
          <p:cNvPr id="29" name="gradient-band-22"/>
          <p:cNvSpPr/>
          <p:nvPr/>
        </p:nvSpPr>
        <p:spPr>
          <a:xfrm>
            <a:off x="1565487" y="2116667"/>
            <a:ext cx="41910" cy="3598333"/>
          </a:xfrm>
          <a:prstGeom prst="rect">
            <a:avLst/>
          </a:prstGeom>
          <a:solidFill>
            <a:srgbClr val="3252E2"/>
          </a:solidFill>
          <a:ln w="12700">
            <a:solidFill>
              <a:srgbClr val="3252E2">
                <a:alpha val="0"/>
              </a:srgbClr>
            </a:solidFill>
            <a:prstDash val="solid"/>
          </a:ln>
        </p:spPr>
      </p:sp>
      <p:sp>
        <p:nvSpPr>
          <p:cNvPr id="30" name="gradient-band-23"/>
          <p:cNvSpPr/>
          <p:nvPr/>
        </p:nvSpPr>
        <p:spPr>
          <a:xfrm>
            <a:off x="1607397" y="2116667"/>
            <a:ext cx="41910" cy="3598333"/>
          </a:xfrm>
          <a:prstGeom prst="rect">
            <a:avLst/>
          </a:prstGeom>
          <a:solidFill>
            <a:srgbClr val="3352E1"/>
          </a:solidFill>
          <a:ln w="12700">
            <a:solidFill>
              <a:srgbClr val="3352E1">
                <a:alpha val="0"/>
              </a:srgbClr>
            </a:solidFill>
            <a:prstDash val="solid"/>
          </a:ln>
        </p:spPr>
      </p:sp>
      <p:sp>
        <p:nvSpPr>
          <p:cNvPr id="31" name="gradient-band-24"/>
          <p:cNvSpPr/>
          <p:nvPr/>
        </p:nvSpPr>
        <p:spPr>
          <a:xfrm>
            <a:off x="1649307" y="2116667"/>
            <a:ext cx="41910" cy="3598333"/>
          </a:xfrm>
          <a:prstGeom prst="rect">
            <a:avLst/>
          </a:prstGeom>
          <a:solidFill>
            <a:srgbClr val="3351E1"/>
          </a:solidFill>
          <a:ln w="12700">
            <a:solidFill>
              <a:srgbClr val="3351E1">
                <a:alpha val="0"/>
              </a:srgbClr>
            </a:solidFill>
            <a:prstDash val="solid"/>
          </a:ln>
        </p:spPr>
      </p:sp>
      <p:sp>
        <p:nvSpPr>
          <p:cNvPr id="32" name="gradient-band-25"/>
          <p:cNvSpPr/>
          <p:nvPr/>
        </p:nvSpPr>
        <p:spPr>
          <a:xfrm>
            <a:off x="1691217" y="2116667"/>
            <a:ext cx="41910" cy="3598333"/>
          </a:xfrm>
          <a:prstGeom prst="rect">
            <a:avLst/>
          </a:prstGeom>
          <a:solidFill>
            <a:srgbClr val="3451E0"/>
          </a:solidFill>
          <a:ln w="12700">
            <a:solidFill>
              <a:srgbClr val="3451E0">
                <a:alpha val="0"/>
              </a:srgbClr>
            </a:solidFill>
            <a:prstDash val="solid"/>
          </a:ln>
        </p:spPr>
      </p:sp>
      <p:sp>
        <p:nvSpPr>
          <p:cNvPr id="33" name="gradient-band-26"/>
          <p:cNvSpPr/>
          <p:nvPr/>
        </p:nvSpPr>
        <p:spPr>
          <a:xfrm>
            <a:off x="1733127" y="2116667"/>
            <a:ext cx="41910" cy="3598333"/>
          </a:xfrm>
          <a:prstGeom prst="rect">
            <a:avLst/>
          </a:prstGeom>
          <a:solidFill>
            <a:srgbClr val="3450E0"/>
          </a:solidFill>
          <a:ln w="12700">
            <a:solidFill>
              <a:srgbClr val="3450E0">
                <a:alpha val="0"/>
              </a:srgbClr>
            </a:solidFill>
            <a:prstDash val="solid"/>
          </a:ln>
        </p:spPr>
      </p:sp>
      <p:sp>
        <p:nvSpPr>
          <p:cNvPr id="34" name="gradient-band-27"/>
          <p:cNvSpPr/>
          <p:nvPr/>
        </p:nvSpPr>
        <p:spPr>
          <a:xfrm>
            <a:off x="1775037" y="2116667"/>
            <a:ext cx="41910" cy="3598333"/>
          </a:xfrm>
          <a:prstGeom prst="rect">
            <a:avLst/>
          </a:prstGeom>
          <a:solidFill>
            <a:srgbClr val="3550DF"/>
          </a:solidFill>
          <a:ln w="12700">
            <a:solidFill>
              <a:srgbClr val="3550DF">
                <a:alpha val="0"/>
              </a:srgbClr>
            </a:solidFill>
            <a:prstDash val="solid"/>
          </a:ln>
        </p:spPr>
      </p:sp>
      <p:sp>
        <p:nvSpPr>
          <p:cNvPr id="35" name="gradient-band-28"/>
          <p:cNvSpPr/>
          <p:nvPr/>
        </p:nvSpPr>
        <p:spPr>
          <a:xfrm>
            <a:off x="1816947" y="2116667"/>
            <a:ext cx="41910" cy="3598333"/>
          </a:xfrm>
          <a:prstGeom prst="rect">
            <a:avLst/>
          </a:prstGeom>
          <a:solidFill>
            <a:srgbClr val="3650DF"/>
          </a:solidFill>
          <a:ln w="12700">
            <a:solidFill>
              <a:srgbClr val="3650DF">
                <a:alpha val="0"/>
              </a:srgbClr>
            </a:solidFill>
            <a:prstDash val="solid"/>
          </a:ln>
        </p:spPr>
      </p:sp>
      <p:sp>
        <p:nvSpPr>
          <p:cNvPr id="36" name="gradient-band-29"/>
          <p:cNvSpPr/>
          <p:nvPr/>
        </p:nvSpPr>
        <p:spPr>
          <a:xfrm>
            <a:off x="1858857" y="2116667"/>
            <a:ext cx="41910" cy="3598333"/>
          </a:xfrm>
          <a:prstGeom prst="rect">
            <a:avLst/>
          </a:prstGeom>
          <a:solidFill>
            <a:srgbClr val="364FDE"/>
          </a:solidFill>
          <a:ln w="12700">
            <a:solidFill>
              <a:srgbClr val="364FDE">
                <a:alpha val="0"/>
              </a:srgbClr>
            </a:solidFill>
            <a:prstDash val="solid"/>
          </a:ln>
        </p:spPr>
      </p:sp>
      <p:sp>
        <p:nvSpPr>
          <p:cNvPr id="37" name="gradient-band-30"/>
          <p:cNvSpPr/>
          <p:nvPr/>
        </p:nvSpPr>
        <p:spPr>
          <a:xfrm>
            <a:off x="1900767" y="2116667"/>
            <a:ext cx="41910" cy="3598333"/>
          </a:xfrm>
          <a:prstGeom prst="rect">
            <a:avLst/>
          </a:prstGeom>
          <a:solidFill>
            <a:srgbClr val="374FDE"/>
          </a:solidFill>
          <a:ln w="12700">
            <a:solidFill>
              <a:srgbClr val="374FDE">
                <a:alpha val="0"/>
              </a:srgbClr>
            </a:solidFill>
            <a:prstDash val="solid"/>
          </a:ln>
        </p:spPr>
      </p:sp>
      <p:sp>
        <p:nvSpPr>
          <p:cNvPr id="38" name="gradient-band-31"/>
          <p:cNvSpPr/>
          <p:nvPr/>
        </p:nvSpPr>
        <p:spPr>
          <a:xfrm>
            <a:off x="1942677" y="2116667"/>
            <a:ext cx="41910" cy="3598333"/>
          </a:xfrm>
          <a:prstGeom prst="rect">
            <a:avLst/>
          </a:prstGeom>
          <a:solidFill>
            <a:srgbClr val="384EDD"/>
          </a:solidFill>
          <a:ln w="12700">
            <a:solidFill>
              <a:srgbClr val="384EDD">
                <a:alpha val="0"/>
              </a:srgbClr>
            </a:solidFill>
            <a:prstDash val="solid"/>
          </a:ln>
        </p:spPr>
      </p:sp>
      <p:sp>
        <p:nvSpPr>
          <p:cNvPr id="39" name="gradient-band-32"/>
          <p:cNvSpPr/>
          <p:nvPr/>
        </p:nvSpPr>
        <p:spPr>
          <a:xfrm>
            <a:off x="1984587" y="2116667"/>
            <a:ext cx="41910" cy="3598333"/>
          </a:xfrm>
          <a:prstGeom prst="rect">
            <a:avLst/>
          </a:prstGeom>
          <a:solidFill>
            <a:srgbClr val="384EDD"/>
          </a:solidFill>
          <a:ln w="12700">
            <a:solidFill>
              <a:srgbClr val="384EDD">
                <a:alpha val="0"/>
              </a:srgbClr>
            </a:solidFill>
            <a:prstDash val="solid"/>
          </a:ln>
        </p:spPr>
      </p:sp>
      <p:sp>
        <p:nvSpPr>
          <p:cNvPr id="40" name="gradient-band-33"/>
          <p:cNvSpPr/>
          <p:nvPr/>
        </p:nvSpPr>
        <p:spPr>
          <a:xfrm>
            <a:off x="2026497" y="2116667"/>
            <a:ext cx="41910" cy="3598333"/>
          </a:xfrm>
          <a:prstGeom prst="rect">
            <a:avLst/>
          </a:prstGeom>
          <a:solidFill>
            <a:srgbClr val="394DDD"/>
          </a:solidFill>
          <a:ln w="12700">
            <a:solidFill>
              <a:srgbClr val="394DDD">
                <a:alpha val="0"/>
              </a:srgbClr>
            </a:solidFill>
            <a:prstDash val="solid"/>
          </a:ln>
        </p:spPr>
      </p:sp>
      <p:sp>
        <p:nvSpPr>
          <p:cNvPr id="41" name="gradient-band-34"/>
          <p:cNvSpPr/>
          <p:nvPr/>
        </p:nvSpPr>
        <p:spPr>
          <a:xfrm>
            <a:off x="2068407" y="2116667"/>
            <a:ext cx="41910" cy="3598333"/>
          </a:xfrm>
          <a:prstGeom prst="rect">
            <a:avLst/>
          </a:prstGeom>
          <a:solidFill>
            <a:srgbClr val="3A4DDC"/>
          </a:solidFill>
          <a:ln w="12700">
            <a:solidFill>
              <a:srgbClr val="3A4DDC">
                <a:alpha val="0"/>
              </a:srgbClr>
            </a:solidFill>
            <a:prstDash val="solid"/>
          </a:ln>
        </p:spPr>
      </p:sp>
      <p:sp>
        <p:nvSpPr>
          <p:cNvPr id="42" name="gradient-band-35"/>
          <p:cNvSpPr/>
          <p:nvPr/>
        </p:nvSpPr>
        <p:spPr>
          <a:xfrm>
            <a:off x="2110317" y="2116667"/>
            <a:ext cx="41910" cy="3598333"/>
          </a:xfrm>
          <a:prstGeom prst="rect">
            <a:avLst/>
          </a:prstGeom>
          <a:solidFill>
            <a:srgbClr val="3A4CDC"/>
          </a:solidFill>
          <a:ln w="12700">
            <a:solidFill>
              <a:srgbClr val="3A4CDC">
                <a:alpha val="0"/>
              </a:srgbClr>
            </a:solidFill>
            <a:prstDash val="solid"/>
          </a:ln>
        </p:spPr>
      </p:sp>
      <p:sp>
        <p:nvSpPr>
          <p:cNvPr id="43" name="gradient-band-36"/>
          <p:cNvSpPr/>
          <p:nvPr/>
        </p:nvSpPr>
        <p:spPr>
          <a:xfrm>
            <a:off x="2152227" y="2116667"/>
            <a:ext cx="41910" cy="3598333"/>
          </a:xfrm>
          <a:prstGeom prst="rect">
            <a:avLst/>
          </a:prstGeom>
          <a:solidFill>
            <a:srgbClr val="3B4CDB"/>
          </a:solidFill>
          <a:ln w="12700">
            <a:solidFill>
              <a:srgbClr val="3B4CDB">
                <a:alpha val="0"/>
              </a:srgbClr>
            </a:solidFill>
            <a:prstDash val="solid"/>
          </a:ln>
        </p:spPr>
      </p:sp>
      <p:sp>
        <p:nvSpPr>
          <p:cNvPr id="44" name="gradient-band-37"/>
          <p:cNvSpPr/>
          <p:nvPr/>
        </p:nvSpPr>
        <p:spPr>
          <a:xfrm>
            <a:off x="2194137" y="2116667"/>
            <a:ext cx="41910" cy="3598333"/>
          </a:xfrm>
          <a:prstGeom prst="rect">
            <a:avLst/>
          </a:prstGeom>
          <a:solidFill>
            <a:srgbClr val="3B4CDB"/>
          </a:solidFill>
          <a:ln w="12700">
            <a:solidFill>
              <a:srgbClr val="3B4CDB">
                <a:alpha val="0"/>
              </a:srgbClr>
            </a:solidFill>
            <a:prstDash val="solid"/>
          </a:ln>
        </p:spPr>
      </p:sp>
      <p:sp>
        <p:nvSpPr>
          <p:cNvPr id="45" name="gradient-band-38"/>
          <p:cNvSpPr/>
          <p:nvPr/>
        </p:nvSpPr>
        <p:spPr>
          <a:xfrm>
            <a:off x="2236047" y="2116667"/>
            <a:ext cx="41910" cy="3598333"/>
          </a:xfrm>
          <a:prstGeom prst="rect">
            <a:avLst/>
          </a:prstGeom>
          <a:solidFill>
            <a:srgbClr val="3C4BDA"/>
          </a:solidFill>
          <a:ln w="12700">
            <a:solidFill>
              <a:srgbClr val="3C4BDA">
                <a:alpha val="0"/>
              </a:srgbClr>
            </a:solidFill>
            <a:prstDash val="solid"/>
          </a:ln>
        </p:spPr>
      </p:sp>
      <p:sp>
        <p:nvSpPr>
          <p:cNvPr id="46" name="gradient-band-39"/>
          <p:cNvSpPr/>
          <p:nvPr/>
        </p:nvSpPr>
        <p:spPr>
          <a:xfrm>
            <a:off x="2277957" y="2116667"/>
            <a:ext cx="41910" cy="3598333"/>
          </a:xfrm>
          <a:prstGeom prst="rect">
            <a:avLst/>
          </a:prstGeom>
          <a:solidFill>
            <a:srgbClr val="3D4BDA"/>
          </a:solidFill>
          <a:ln w="12700">
            <a:solidFill>
              <a:srgbClr val="3D4BDA">
                <a:alpha val="0"/>
              </a:srgbClr>
            </a:solidFill>
            <a:prstDash val="solid"/>
          </a:ln>
        </p:spPr>
      </p:sp>
      <p:sp>
        <p:nvSpPr>
          <p:cNvPr id="47" name="gradient-band-40"/>
          <p:cNvSpPr/>
          <p:nvPr/>
        </p:nvSpPr>
        <p:spPr>
          <a:xfrm>
            <a:off x="2319867" y="2116667"/>
            <a:ext cx="41910" cy="3598333"/>
          </a:xfrm>
          <a:prstGeom prst="rect">
            <a:avLst/>
          </a:prstGeom>
          <a:solidFill>
            <a:srgbClr val="3D4AD9"/>
          </a:solidFill>
          <a:ln w="12700">
            <a:solidFill>
              <a:srgbClr val="3D4AD9">
                <a:alpha val="0"/>
              </a:srgbClr>
            </a:solidFill>
            <a:prstDash val="solid"/>
          </a:ln>
        </p:spPr>
      </p:sp>
      <p:sp>
        <p:nvSpPr>
          <p:cNvPr id="48" name="gradient-band-41"/>
          <p:cNvSpPr/>
          <p:nvPr/>
        </p:nvSpPr>
        <p:spPr>
          <a:xfrm>
            <a:off x="2361777" y="2116667"/>
            <a:ext cx="41910" cy="3598333"/>
          </a:xfrm>
          <a:prstGeom prst="rect">
            <a:avLst/>
          </a:prstGeom>
          <a:solidFill>
            <a:srgbClr val="3E4AD9"/>
          </a:solidFill>
          <a:ln w="12700">
            <a:solidFill>
              <a:srgbClr val="3E4AD9">
                <a:alpha val="0"/>
              </a:srgbClr>
            </a:solidFill>
            <a:prstDash val="solid"/>
          </a:ln>
        </p:spPr>
      </p:sp>
      <p:sp>
        <p:nvSpPr>
          <p:cNvPr id="49" name="gradient-band-42"/>
          <p:cNvSpPr/>
          <p:nvPr/>
        </p:nvSpPr>
        <p:spPr>
          <a:xfrm>
            <a:off x="2403687" y="2116667"/>
            <a:ext cx="41910" cy="3598333"/>
          </a:xfrm>
          <a:prstGeom prst="rect">
            <a:avLst/>
          </a:prstGeom>
          <a:solidFill>
            <a:srgbClr val="3F49D8"/>
          </a:solidFill>
          <a:ln w="12700">
            <a:solidFill>
              <a:srgbClr val="3F49D8">
                <a:alpha val="0"/>
              </a:srgbClr>
            </a:solidFill>
            <a:prstDash val="solid"/>
          </a:ln>
        </p:spPr>
      </p:sp>
      <p:sp>
        <p:nvSpPr>
          <p:cNvPr id="50" name="gradient-band-43"/>
          <p:cNvSpPr/>
          <p:nvPr/>
        </p:nvSpPr>
        <p:spPr>
          <a:xfrm>
            <a:off x="2445597" y="2116667"/>
            <a:ext cx="41910" cy="3598333"/>
          </a:xfrm>
          <a:prstGeom prst="rect">
            <a:avLst/>
          </a:prstGeom>
          <a:solidFill>
            <a:srgbClr val="3F49D8"/>
          </a:solidFill>
          <a:ln w="12700">
            <a:solidFill>
              <a:srgbClr val="3F49D8">
                <a:alpha val="0"/>
              </a:srgbClr>
            </a:solidFill>
            <a:prstDash val="solid"/>
          </a:ln>
        </p:spPr>
      </p:sp>
      <p:sp>
        <p:nvSpPr>
          <p:cNvPr id="51" name="gradient-band-44"/>
          <p:cNvSpPr/>
          <p:nvPr/>
        </p:nvSpPr>
        <p:spPr>
          <a:xfrm>
            <a:off x="2487507" y="2116667"/>
            <a:ext cx="41910" cy="3598333"/>
          </a:xfrm>
          <a:prstGeom prst="rect">
            <a:avLst/>
          </a:prstGeom>
          <a:solidFill>
            <a:srgbClr val="4049D7"/>
          </a:solidFill>
          <a:ln w="12700">
            <a:solidFill>
              <a:srgbClr val="4049D7">
                <a:alpha val="0"/>
              </a:srgbClr>
            </a:solidFill>
            <a:prstDash val="solid"/>
          </a:ln>
        </p:spPr>
      </p:sp>
      <p:sp>
        <p:nvSpPr>
          <p:cNvPr id="52" name="gradient-band-45"/>
          <p:cNvSpPr/>
          <p:nvPr/>
        </p:nvSpPr>
        <p:spPr>
          <a:xfrm>
            <a:off x="2529417" y="2116667"/>
            <a:ext cx="41910" cy="3598333"/>
          </a:xfrm>
          <a:prstGeom prst="rect">
            <a:avLst/>
          </a:prstGeom>
          <a:solidFill>
            <a:srgbClr val="4048D7"/>
          </a:solidFill>
          <a:ln w="12700">
            <a:solidFill>
              <a:srgbClr val="4048D7">
                <a:alpha val="0"/>
              </a:srgbClr>
            </a:solidFill>
            <a:prstDash val="solid"/>
          </a:ln>
        </p:spPr>
      </p:sp>
      <p:sp>
        <p:nvSpPr>
          <p:cNvPr id="53" name="gradient-band-46"/>
          <p:cNvSpPr/>
          <p:nvPr/>
        </p:nvSpPr>
        <p:spPr>
          <a:xfrm>
            <a:off x="2571327" y="2116667"/>
            <a:ext cx="41910" cy="3598333"/>
          </a:xfrm>
          <a:prstGeom prst="rect">
            <a:avLst/>
          </a:prstGeom>
          <a:solidFill>
            <a:srgbClr val="4148D6"/>
          </a:solidFill>
          <a:ln w="12700">
            <a:solidFill>
              <a:srgbClr val="4148D6">
                <a:alpha val="0"/>
              </a:srgbClr>
            </a:solidFill>
            <a:prstDash val="solid"/>
          </a:ln>
        </p:spPr>
      </p:sp>
      <p:sp>
        <p:nvSpPr>
          <p:cNvPr id="54" name="gradient-band-47"/>
          <p:cNvSpPr/>
          <p:nvPr/>
        </p:nvSpPr>
        <p:spPr>
          <a:xfrm>
            <a:off x="2613237" y="2116667"/>
            <a:ext cx="41910" cy="3598333"/>
          </a:xfrm>
          <a:prstGeom prst="rect">
            <a:avLst/>
          </a:prstGeom>
          <a:solidFill>
            <a:srgbClr val="4247D6"/>
          </a:solidFill>
          <a:ln w="12700">
            <a:solidFill>
              <a:srgbClr val="4247D6">
                <a:alpha val="0"/>
              </a:srgbClr>
            </a:solidFill>
            <a:prstDash val="solid"/>
          </a:ln>
        </p:spPr>
      </p:sp>
      <p:sp>
        <p:nvSpPr>
          <p:cNvPr id="55" name="gradient-band-48"/>
          <p:cNvSpPr/>
          <p:nvPr/>
        </p:nvSpPr>
        <p:spPr>
          <a:xfrm>
            <a:off x="2655147" y="2116667"/>
            <a:ext cx="41910" cy="3598333"/>
          </a:xfrm>
          <a:prstGeom prst="rect">
            <a:avLst/>
          </a:prstGeom>
          <a:solidFill>
            <a:srgbClr val="4247D6"/>
          </a:solidFill>
          <a:ln w="12700">
            <a:solidFill>
              <a:srgbClr val="4247D6">
                <a:alpha val="0"/>
              </a:srgbClr>
            </a:solidFill>
            <a:prstDash val="solid"/>
          </a:ln>
        </p:spPr>
      </p:sp>
      <p:sp>
        <p:nvSpPr>
          <p:cNvPr id="56" name="gradient-band-49"/>
          <p:cNvSpPr/>
          <p:nvPr/>
        </p:nvSpPr>
        <p:spPr>
          <a:xfrm>
            <a:off x="2697057" y="2116667"/>
            <a:ext cx="41910" cy="3598333"/>
          </a:xfrm>
          <a:prstGeom prst="rect">
            <a:avLst/>
          </a:prstGeom>
          <a:solidFill>
            <a:srgbClr val="4346D5"/>
          </a:solidFill>
          <a:ln w="12700">
            <a:solidFill>
              <a:srgbClr val="4346D5">
                <a:alpha val="0"/>
              </a:srgbClr>
            </a:solidFill>
            <a:prstDash val="solid"/>
          </a:ln>
        </p:spPr>
      </p:sp>
      <p:sp>
        <p:nvSpPr>
          <p:cNvPr id="57" name="gradient-band-50"/>
          <p:cNvSpPr/>
          <p:nvPr/>
        </p:nvSpPr>
        <p:spPr>
          <a:xfrm>
            <a:off x="2738967" y="2116667"/>
            <a:ext cx="41910" cy="3598333"/>
          </a:xfrm>
          <a:prstGeom prst="rect">
            <a:avLst/>
          </a:prstGeom>
          <a:solidFill>
            <a:srgbClr val="4446D5"/>
          </a:solidFill>
          <a:ln w="12700">
            <a:solidFill>
              <a:srgbClr val="4446D5">
                <a:alpha val="0"/>
              </a:srgbClr>
            </a:solidFill>
            <a:prstDash val="solid"/>
          </a:ln>
        </p:spPr>
      </p:sp>
      <p:sp>
        <p:nvSpPr>
          <p:cNvPr id="58" name="gradient-band-51"/>
          <p:cNvSpPr/>
          <p:nvPr/>
        </p:nvSpPr>
        <p:spPr>
          <a:xfrm>
            <a:off x="2780877" y="2116667"/>
            <a:ext cx="41910" cy="3598333"/>
          </a:xfrm>
          <a:prstGeom prst="rect">
            <a:avLst/>
          </a:prstGeom>
          <a:solidFill>
            <a:srgbClr val="4445D4"/>
          </a:solidFill>
          <a:ln w="12700">
            <a:solidFill>
              <a:srgbClr val="4445D4">
                <a:alpha val="0"/>
              </a:srgbClr>
            </a:solidFill>
            <a:prstDash val="solid"/>
          </a:ln>
        </p:spPr>
      </p:sp>
      <p:sp>
        <p:nvSpPr>
          <p:cNvPr id="59" name="gradient-band-52"/>
          <p:cNvSpPr/>
          <p:nvPr/>
        </p:nvSpPr>
        <p:spPr>
          <a:xfrm>
            <a:off x="2822787" y="2116667"/>
            <a:ext cx="41910" cy="3598333"/>
          </a:xfrm>
          <a:prstGeom prst="rect">
            <a:avLst/>
          </a:prstGeom>
          <a:solidFill>
            <a:srgbClr val="4545D4"/>
          </a:solidFill>
          <a:ln w="12700">
            <a:solidFill>
              <a:srgbClr val="4545D4">
                <a:alpha val="0"/>
              </a:srgbClr>
            </a:solidFill>
            <a:prstDash val="solid"/>
          </a:ln>
        </p:spPr>
      </p:sp>
      <p:sp>
        <p:nvSpPr>
          <p:cNvPr id="60" name="gradient-band-53"/>
          <p:cNvSpPr/>
          <p:nvPr/>
        </p:nvSpPr>
        <p:spPr>
          <a:xfrm>
            <a:off x="2864697" y="2116667"/>
            <a:ext cx="41910" cy="3598333"/>
          </a:xfrm>
          <a:prstGeom prst="rect">
            <a:avLst/>
          </a:prstGeom>
          <a:solidFill>
            <a:srgbClr val="4645D3"/>
          </a:solidFill>
          <a:ln w="12700">
            <a:solidFill>
              <a:srgbClr val="4645D3">
                <a:alpha val="0"/>
              </a:srgbClr>
            </a:solidFill>
            <a:prstDash val="solid"/>
          </a:ln>
        </p:spPr>
      </p:sp>
      <p:sp>
        <p:nvSpPr>
          <p:cNvPr id="61" name="gradient-band-54"/>
          <p:cNvSpPr/>
          <p:nvPr/>
        </p:nvSpPr>
        <p:spPr>
          <a:xfrm>
            <a:off x="2906607" y="2116667"/>
            <a:ext cx="41910" cy="3598333"/>
          </a:xfrm>
          <a:prstGeom prst="rect">
            <a:avLst/>
          </a:prstGeom>
          <a:solidFill>
            <a:srgbClr val="4644D3"/>
          </a:solidFill>
          <a:ln w="12700">
            <a:solidFill>
              <a:srgbClr val="4644D3">
                <a:alpha val="0"/>
              </a:srgbClr>
            </a:solidFill>
            <a:prstDash val="solid"/>
          </a:ln>
        </p:spPr>
      </p:sp>
      <p:sp>
        <p:nvSpPr>
          <p:cNvPr id="62" name="gradient-band-55"/>
          <p:cNvSpPr/>
          <p:nvPr/>
        </p:nvSpPr>
        <p:spPr>
          <a:xfrm>
            <a:off x="2948517" y="2116667"/>
            <a:ext cx="41910" cy="3598333"/>
          </a:xfrm>
          <a:prstGeom prst="rect">
            <a:avLst/>
          </a:prstGeom>
          <a:solidFill>
            <a:srgbClr val="4744D2"/>
          </a:solidFill>
          <a:ln w="12700">
            <a:solidFill>
              <a:srgbClr val="4744D2">
                <a:alpha val="0"/>
              </a:srgbClr>
            </a:solidFill>
            <a:prstDash val="solid"/>
          </a:ln>
        </p:spPr>
      </p:sp>
      <p:sp>
        <p:nvSpPr>
          <p:cNvPr id="63" name="gradient-band-56"/>
          <p:cNvSpPr/>
          <p:nvPr/>
        </p:nvSpPr>
        <p:spPr>
          <a:xfrm>
            <a:off x="2990427" y="2116667"/>
            <a:ext cx="41910" cy="3598333"/>
          </a:xfrm>
          <a:prstGeom prst="rect">
            <a:avLst/>
          </a:prstGeom>
          <a:solidFill>
            <a:srgbClr val="4743D2"/>
          </a:solidFill>
          <a:ln w="12700">
            <a:solidFill>
              <a:srgbClr val="4743D2">
                <a:alpha val="0"/>
              </a:srgbClr>
            </a:solidFill>
            <a:prstDash val="solid"/>
          </a:ln>
        </p:spPr>
      </p:sp>
      <p:sp>
        <p:nvSpPr>
          <p:cNvPr id="64" name="gradient-band-57"/>
          <p:cNvSpPr/>
          <p:nvPr/>
        </p:nvSpPr>
        <p:spPr>
          <a:xfrm>
            <a:off x="3032337" y="2116667"/>
            <a:ext cx="41910" cy="3598333"/>
          </a:xfrm>
          <a:prstGeom prst="rect">
            <a:avLst/>
          </a:prstGeom>
          <a:solidFill>
            <a:srgbClr val="4843D1"/>
          </a:solidFill>
          <a:ln w="12700">
            <a:solidFill>
              <a:srgbClr val="4843D1">
                <a:alpha val="0"/>
              </a:srgbClr>
            </a:solidFill>
            <a:prstDash val="solid"/>
          </a:ln>
        </p:spPr>
      </p:sp>
      <p:sp>
        <p:nvSpPr>
          <p:cNvPr id="65" name="gradient-band-58"/>
          <p:cNvSpPr/>
          <p:nvPr/>
        </p:nvSpPr>
        <p:spPr>
          <a:xfrm>
            <a:off x="3074247" y="2116667"/>
            <a:ext cx="41910" cy="3598333"/>
          </a:xfrm>
          <a:prstGeom prst="rect">
            <a:avLst/>
          </a:prstGeom>
          <a:solidFill>
            <a:srgbClr val="4942D1"/>
          </a:solidFill>
          <a:ln w="12700">
            <a:solidFill>
              <a:srgbClr val="4942D1">
                <a:alpha val="0"/>
              </a:srgbClr>
            </a:solidFill>
            <a:prstDash val="solid"/>
          </a:ln>
        </p:spPr>
      </p:sp>
      <p:sp>
        <p:nvSpPr>
          <p:cNvPr id="66" name="gradient-band-59"/>
          <p:cNvSpPr/>
          <p:nvPr/>
        </p:nvSpPr>
        <p:spPr>
          <a:xfrm>
            <a:off x="3116157" y="2116667"/>
            <a:ext cx="41910" cy="3598333"/>
          </a:xfrm>
          <a:prstGeom prst="rect">
            <a:avLst/>
          </a:prstGeom>
          <a:solidFill>
            <a:srgbClr val="4942D0"/>
          </a:solidFill>
          <a:ln w="12700">
            <a:solidFill>
              <a:srgbClr val="4942D0">
                <a:alpha val="0"/>
              </a:srgbClr>
            </a:solidFill>
            <a:prstDash val="solid"/>
          </a:ln>
        </p:spPr>
      </p:sp>
      <p:sp>
        <p:nvSpPr>
          <p:cNvPr id="67" name="gradient-band-60"/>
          <p:cNvSpPr/>
          <p:nvPr/>
        </p:nvSpPr>
        <p:spPr>
          <a:xfrm>
            <a:off x="3158067" y="2116667"/>
            <a:ext cx="41910" cy="3598333"/>
          </a:xfrm>
          <a:prstGeom prst="rect">
            <a:avLst/>
          </a:prstGeom>
          <a:solidFill>
            <a:srgbClr val="4A41D0"/>
          </a:solidFill>
          <a:ln w="12700">
            <a:solidFill>
              <a:srgbClr val="4A41D0">
                <a:alpha val="0"/>
              </a:srgbClr>
            </a:solidFill>
            <a:prstDash val="solid"/>
          </a:ln>
        </p:spPr>
      </p:sp>
      <p:sp>
        <p:nvSpPr>
          <p:cNvPr id="68" name="gradient-band-61"/>
          <p:cNvSpPr/>
          <p:nvPr/>
        </p:nvSpPr>
        <p:spPr>
          <a:xfrm>
            <a:off x="3199977" y="2116667"/>
            <a:ext cx="41910" cy="3598333"/>
          </a:xfrm>
          <a:prstGeom prst="rect">
            <a:avLst/>
          </a:prstGeom>
          <a:solidFill>
            <a:srgbClr val="4B41CF"/>
          </a:solidFill>
          <a:ln w="12700">
            <a:solidFill>
              <a:srgbClr val="4B41CF">
                <a:alpha val="0"/>
              </a:srgbClr>
            </a:solidFill>
            <a:prstDash val="solid"/>
          </a:ln>
        </p:spPr>
      </p:sp>
      <p:sp>
        <p:nvSpPr>
          <p:cNvPr id="69" name="gradient-band-62"/>
          <p:cNvSpPr/>
          <p:nvPr/>
        </p:nvSpPr>
        <p:spPr>
          <a:xfrm>
            <a:off x="3241887" y="2116667"/>
            <a:ext cx="41910" cy="3598333"/>
          </a:xfrm>
          <a:prstGeom prst="rect">
            <a:avLst/>
          </a:prstGeom>
          <a:solidFill>
            <a:srgbClr val="4B41CF"/>
          </a:solidFill>
          <a:ln w="12700">
            <a:solidFill>
              <a:srgbClr val="4B41CF">
                <a:alpha val="0"/>
              </a:srgbClr>
            </a:solidFill>
            <a:prstDash val="solid"/>
          </a:ln>
        </p:spPr>
      </p:sp>
      <p:sp>
        <p:nvSpPr>
          <p:cNvPr id="70" name="gradient-band-63"/>
          <p:cNvSpPr/>
          <p:nvPr/>
        </p:nvSpPr>
        <p:spPr>
          <a:xfrm>
            <a:off x="3283797" y="2116667"/>
            <a:ext cx="41910" cy="3598333"/>
          </a:xfrm>
          <a:prstGeom prst="rect">
            <a:avLst/>
          </a:prstGeom>
          <a:solidFill>
            <a:srgbClr val="4C40CE"/>
          </a:solidFill>
          <a:ln w="12700">
            <a:solidFill>
              <a:srgbClr val="4C40CE">
                <a:alpha val="0"/>
              </a:srgbClr>
            </a:solidFill>
            <a:prstDash val="solid"/>
          </a:ln>
        </p:spPr>
      </p:sp>
      <p:sp>
        <p:nvSpPr>
          <p:cNvPr id="71" name="gradient-band-64"/>
          <p:cNvSpPr/>
          <p:nvPr/>
        </p:nvSpPr>
        <p:spPr>
          <a:xfrm>
            <a:off x="3325707" y="2116667"/>
            <a:ext cx="41910" cy="3598333"/>
          </a:xfrm>
          <a:prstGeom prst="rect">
            <a:avLst/>
          </a:prstGeom>
          <a:solidFill>
            <a:srgbClr val="4D40CE"/>
          </a:solidFill>
          <a:ln w="12700">
            <a:solidFill>
              <a:srgbClr val="4D40CE">
                <a:alpha val="0"/>
              </a:srgbClr>
            </a:solidFill>
            <a:prstDash val="solid"/>
          </a:ln>
        </p:spPr>
      </p:sp>
      <p:sp>
        <p:nvSpPr>
          <p:cNvPr id="72" name="gradient-band-65"/>
          <p:cNvSpPr/>
          <p:nvPr/>
        </p:nvSpPr>
        <p:spPr>
          <a:xfrm>
            <a:off x="3367617" y="2116667"/>
            <a:ext cx="41910" cy="3598333"/>
          </a:xfrm>
          <a:prstGeom prst="rect">
            <a:avLst/>
          </a:prstGeom>
          <a:solidFill>
            <a:srgbClr val="4D3FCE"/>
          </a:solidFill>
          <a:ln w="12700">
            <a:solidFill>
              <a:srgbClr val="4D3FCE">
                <a:alpha val="0"/>
              </a:srgbClr>
            </a:solidFill>
            <a:prstDash val="solid"/>
          </a:ln>
        </p:spPr>
      </p:sp>
      <p:sp>
        <p:nvSpPr>
          <p:cNvPr id="73" name="gradient-band-66"/>
          <p:cNvSpPr/>
          <p:nvPr/>
        </p:nvSpPr>
        <p:spPr>
          <a:xfrm>
            <a:off x="3409527" y="2116667"/>
            <a:ext cx="41910" cy="3598333"/>
          </a:xfrm>
          <a:prstGeom prst="rect">
            <a:avLst/>
          </a:prstGeom>
          <a:solidFill>
            <a:srgbClr val="4E3FCD"/>
          </a:solidFill>
          <a:ln w="12700">
            <a:solidFill>
              <a:srgbClr val="4E3FCD">
                <a:alpha val="0"/>
              </a:srgbClr>
            </a:solidFill>
            <a:prstDash val="solid"/>
          </a:ln>
        </p:spPr>
      </p:sp>
      <p:sp>
        <p:nvSpPr>
          <p:cNvPr id="74" name="gradient-band-67"/>
          <p:cNvSpPr/>
          <p:nvPr/>
        </p:nvSpPr>
        <p:spPr>
          <a:xfrm>
            <a:off x="3451437" y="2116667"/>
            <a:ext cx="41910" cy="3598333"/>
          </a:xfrm>
          <a:prstGeom prst="rect">
            <a:avLst/>
          </a:prstGeom>
          <a:solidFill>
            <a:srgbClr val="4E3ECD"/>
          </a:solidFill>
          <a:ln w="12700">
            <a:solidFill>
              <a:srgbClr val="4E3ECD">
                <a:alpha val="0"/>
              </a:srgbClr>
            </a:solidFill>
            <a:prstDash val="solid"/>
          </a:ln>
        </p:spPr>
      </p:sp>
      <p:sp>
        <p:nvSpPr>
          <p:cNvPr id="75" name="gradient-band-68"/>
          <p:cNvSpPr/>
          <p:nvPr/>
        </p:nvSpPr>
        <p:spPr>
          <a:xfrm>
            <a:off x="3493347" y="2116667"/>
            <a:ext cx="41910" cy="3598333"/>
          </a:xfrm>
          <a:prstGeom prst="rect">
            <a:avLst/>
          </a:prstGeom>
          <a:solidFill>
            <a:srgbClr val="4F3ECC"/>
          </a:solidFill>
          <a:ln w="12700">
            <a:solidFill>
              <a:srgbClr val="4F3ECC">
                <a:alpha val="0"/>
              </a:srgbClr>
            </a:solidFill>
            <a:prstDash val="solid"/>
          </a:ln>
        </p:spPr>
      </p:sp>
      <p:sp>
        <p:nvSpPr>
          <p:cNvPr id="76" name="gradient-band-69"/>
          <p:cNvSpPr/>
          <p:nvPr/>
        </p:nvSpPr>
        <p:spPr>
          <a:xfrm>
            <a:off x="3535257" y="2116667"/>
            <a:ext cx="41910" cy="3598333"/>
          </a:xfrm>
          <a:prstGeom prst="rect">
            <a:avLst/>
          </a:prstGeom>
          <a:solidFill>
            <a:srgbClr val="503DCC"/>
          </a:solidFill>
          <a:ln w="12700">
            <a:solidFill>
              <a:srgbClr val="503DCC">
                <a:alpha val="0"/>
              </a:srgbClr>
            </a:solidFill>
            <a:prstDash val="solid"/>
          </a:ln>
        </p:spPr>
      </p:sp>
      <p:sp>
        <p:nvSpPr>
          <p:cNvPr id="77" name="gradient-band-70"/>
          <p:cNvSpPr/>
          <p:nvPr/>
        </p:nvSpPr>
        <p:spPr>
          <a:xfrm>
            <a:off x="3577167" y="2116667"/>
            <a:ext cx="41910" cy="3598333"/>
          </a:xfrm>
          <a:prstGeom prst="rect">
            <a:avLst/>
          </a:prstGeom>
          <a:solidFill>
            <a:srgbClr val="503DCB"/>
          </a:solidFill>
          <a:ln w="12700">
            <a:solidFill>
              <a:srgbClr val="503DCB">
                <a:alpha val="0"/>
              </a:srgbClr>
            </a:solidFill>
            <a:prstDash val="solid"/>
          </a:ln>
        </p:spPr>
      </p:sp>
      <p:sp>
        <p:nvSpPr>
          <p:cNvPr id="78" name="gradient-band-71"/>
          <p:cNvSpPr/>
          <p:nvPr/>
        </p:nvSpPr>
        <p:spPr>
          <a:xfrm>
            <a:off x="3619077" y="2116667"/>
            <a:ext cx="41910" cy="3598333"/>
          </a:xfrm>
          <a:prstGeom prst="rect">
            <a:avLst/>
          </a:prstGeom>
          <a:solidFill>
            <a:srgbClr val="513DCB"/>
          </a:solidFill>
          <a:ln w="12700">
            <a:solidFill>
              <a:srgbClr val="513DCB">
                <a:alpha val="0"/>
              </a:srgbClr>
            </a:solidFill>
            <a:prstDash val="solid"/>
          </a:ln>
        </p:spPr>
      </p:sp>
      <p:sp>
        <p:nvSpPr>
          <p:cNvPr id="79" name="gradient-band-72"/>
          <p:cNvSpPr/>
          <p:nvPr/>
        </p:nvSpPr>
        <p:spPr>
          <a:xfrm>
            <a:off x="3660987" y="2116667"/>
            <a:ext cx="41910" cy="3598333"/>
          </a:xfrm>
          <a:prstGeom prst="rect">
            <a:avLst/>
          </a:prstGeom>
          <a:solidFill>
            <a:srgbClr val="523CCA"/>
          </a:solidFill>
          <a:ln w="12700">
            <a:solidFill>
              <a:srgbClr val="523CCA">
                <a:alpha val="0"/>
              </a:srgbClr>
            </a:solidFill>
            <a:prstDash val="solid"/>
          </a:ln>
        </p:spPr>
      </p:sp>
      <p:sp>
        <p:nvSpPr>
          <p:cNvPr id="80" name="gradient-band-73"/>
          <p:cNvSpPr/>
          <p:nvPr/>
        </p:nvSpPr>
        <p:spPr>
          <a:xfrm>
            <a:off x="3702897" y="2116667"/>
            <a:ext cx="41910" cy="3598333"/>
          </a:xfrm>
          <a:prstGeom prst="rect">
            <a:avLst/>
          </a:prstGeom>
          <a:solidFill>
            <a:srgbClr val="523CCA"/>
          </a:solidFill>
          <a:ln w="12700">
            <a:solidFill>
              <a:srgbClr val="523CCA">
                <a:alpha val="0"/>
              </a:srgbClr>
            </a:solidFill>
            <a:prstDash val="solid"/>
          </a:ln>
        </p:spPr>
      </p:sp>
      <p:sp>
        <p:nvSpPr>
          <p:cNvPr id="81" name="gradient-band-74"/>
          <p:cNvSpPr/>
          <p:nvPr/>
        </p:nvSpPr>
        <p:spPr>
          <a:xfrm>
            <a:off x="3744807" y="2116667"/>
            <a:ext cx="41910" cy="3598333"/>
          </a:xfrm>
          <a:prstGeom prst="rect">
            <a:avLst/>
          </a:prstGeom>
          <a:solidFill>
            <a:srgbClr val="533BC9"/>
          </a:solidFill>
          <a:ln w="12700">
            <a:solidFill>
              <a:srgbClr val="533BC9">
                <a:alpha val="0"/>
              </a:srgbClr>
            </a:solidFill>
            <a:prstDash val="solid"/>
          </a:ln>
        </p:spPr>
      </p:sp>
      <p:sp>
        <p:nvSpPr>
          <p:cNvPr id="82" name="gradient-band-75"/>
          <p:cNvSpPr/>
          <p:nvPr/>
        </p:nvSpPr>
        <p:spPr>
          <a:xfrm>
            <a:off x="3786717" y="2116667"/>
            <a:ext cx="41910" cy="3598333"/>
          </a:xfrm>
          <a:prstGeom prst="rect">
            <a:avLst/>
          </a:prstGeom>
          <a:solidFill>
            <a:srgbClr val="533BC9"/>
          </a:solidFill>
          <a:ln w="12700">
            <a:solidFill>
              <a:srgbClr val="533BC9">
                <a:alpha val="0"/>
              </a:srgbClr>
            </a:solidFill>
            <a:prstDash val="solid"/>
          </a:ln>
        </p:spPr>
      </p:sp>
      <p:sp>
        <p:nvSpPr>
          <p:cNvPr id="83" name="gradient-band-76"/>
          <p:cNvSpPr/>
          <p:nvPr/>
        </p:nvSpPr>
        <p:spPr>
          <a:xfrm>
            <a:off x="3828627" y="2116667"/>
            <a:ext cx="41910" cy="3598333"/>
          </a:xfrm>
          <a:prstGeom prst="rect">
            <a:avLst/>
          </a:prstGeom>
          <a:solidFill>
            <a:srgbClr val="543AC8"/>
          </a:solidFill>
          <a:ln w="12700">
            <a:solidFill>
              <a:srgbClr val="543AC8">
                <a:alpha val="0"/>
              </a:srgbClr>
            </a:solidFill>
            <a:prstDash val="solid"/>
          </a:ln>
        </p:spPr>
      </p:sp>
      <p:sp>
        <p:nvSpPr>
          <p:cNvPr id="84" name="gradient-band-77"/>
          <p:cNvSpPr/>
          <p:nvPr/>
        </p:nvSpPr>
        <p:spPr>
          <a:xfrm>
            <a:off x="3870537" y="2116667"/>
            <a:ext cx="41910" cy="3598333"/>
          </a:xfrm>
          <a:prstGeom prst="rect">
            <a:avLst/>
          </a:prstGeom>
          <a:solidFill>
            <a:srgbClr val="553AC8"/>
          </a:solidFill>
          <a:ln w="12700">
            <a:solidFill>
              <a:srgbClr val="553AC8">
                <a:alpha val="0"/>
              </a:srgbClr>
            </a:solidFill>
            <a:prstDash val="solid"/>
          </a:ln>
        </p:spPr>
      </p:sp>
      <p:sp>
        <p:nvSpPr>
          <p:cNvPr id="85" name="gradient-band-78"/>
          <p:cNvSpPr/>
          <p:nvPr/>
        </p:nvSpPr>
        <p:spPr>
          <a:xfrm>
            <a:off x="3912447" y="2116667"/>
            <a:ext cx="41910" cy="3598333"/>
          </a:xfrm>
          <a:prstGeom prst="rect">
            <a:avLst/>
          </a:prstGeom>
          <a:solidFill>
            <a:srgbClr val="5539C7"/>
          </a:solidFill>
          <a:ln w="12700">
            <a:solidFill>
              <a:srgbClr val="5539C7">
                <a:alpha val="0"/>
              </a:srgbClr>
            </a:solidFill>
            <a:prstDash val="solid"/>
          </a:ln>
        </p:spPr>
      </p:sp>
      <p:sp>
        <p:nvSpPr>
          <p:cNvPr id="86" name="gradient-band-79"/>
          <p:cNvSpPr/>
          <p:nvPr/>
        </p:nvSpPr>
        <p:spPr>
          <a:xfrm>
            <a:off x="3954357" y="2116667"/>
            <a:ext cx="41910" cy="3598333"/>
          </a:xfrm>
          <a:prstGeom prst="rect">
            <a:avLst/>
          </a:prstGeom>
          <a:solidFill>
            <a:srgbClr val="5639C7"/>
          </a:solidFill>
          <a:ln w="12700">
            <a:solidFill>
              <a:srgbClr val="5639C7">
                <a:alpha val="0"/>
              </a:srgbClr>
            </a:solidFill>
            <a:prstDash val="solid"/>
          </a:ln>
        </p:spPr>
      </p:sp>
      <p:sp>
        <p:nvSpPr>
          <p:cNvPr id="87" name="infographic-text-5"/>
          <p:cNvSpPr/>
          <p:nvPr/>
        </p:nvSpPr>
        <p:spPr>
          <a:xfrm>
            <a:off x="795867" y="23622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3000" dirty="0"/>
          </a:p>
        </p:txBody>
      </p:sp>
      <p:sp>
        <p:nvSpPr>
          <p:cNvPr id="88" name="infographic-text-6"/>
          <p:cNvSpPr/>
          <p:nvPr/>
        </p:nvSpPr>
        <p:spPr>
          <a:xfrm>
            <a:off x="795867" y="3166533"/>
            <a:ext cx="2912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33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See the original</a:t>
            </a:r>
            <a:endParaRPr lang="en-US" sz="2133" dirty="0"/>
          </a:p>
        </p:txBody>
      </p:sp>
      <p:sp>
        <p:nvSpPr>
          <p:cNvPr id="89" name="infographic-text-7"/>
          <p:cNvSpPr/>
          <p:nvPr/>
        </p:nvSpPr>
        <p:spPr>
          <a:xfrm>
            <a:off x="795867" y="3877733"/>
            <a:ext cx="2912533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版面、字型、色彩</a:t>
            </a:r>
            <a:endParaRPr lang="en-US" sz="1600" dirty="0"/>
          </a:p>
        </p:txBody>
      </p:sp>
      <p:sp>
        <p:nvSpPr>
          <p:cNvPr id="90" name="infographic-shape-8"/>
          <p:cNvSpPr/>
          <p:nvPr/>
        </p:nvSpPr>
        <p:spPr>
          <a:xfrm>
            <a:off x="2921000" y="2413000"/>
            <a:ext cx="762000" cy="762000"/>
          </a:xfrm>
          <a:prstGeom prst="ellipse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infographic-shape-9"/>
          <p:cNvSpPr/>
          <p:nvPr/>
        </p:nvSpPr>
        <p:spPr>
          <a:xfrm>
            <a:off x="3090333" y="2582333"/>
            <a:ext cx="423333" cy="423333"/>
          </a:xfrm>
          <a:prstGeom prst="ellipse">
            <a:avLst>
              <a:gd name="adj" fmla="val 24000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92" name="infographic-shape-10"/>
          <p:cNvSpPr/>
          <p:nvPr/>
        </p:nvSpPr>
        <p:spPr>
          <a:xfrm>
            <a:off x="3251200" y="2599267"/>
            <a:ext cx="101600" cy="389467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infographic-shape-11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94" name="infographic-text-12"/>
          <p:cNvSpPr/>
          <p:nvPr/>
        </p:nvSpPr>
        <p:spPr>
          <a:xfrm>
            <a:off x="4715933" y="2362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6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3000" dirty="0"/>
          </a:p>
        </p:txBody>
      </p:sp>
      <p:sp>
        <p:nvSpPr>
          <p:cNvPr id="95" name="infographic-text-13"/>
          <p:cNvSpPr/>
          <p:nvPr/>
        </p:nvSpPr>
        <p:spPr>
          <a:xfrm>
            <a:off x="4715933" y="3166533"/>
            <a:ext cx="2751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Recreate layers</a:t>
            </a:r>
            <a:endParaRPr lang="en-US" sz="2000" dirty="0"/>
          </a:p>
        </p:txBody>
      </p:sp>
      <p:sp>
        <p:nvSpPr>
          <p:cNvPr id="96" name="infographic-text-14"/>
          <p:cNvSpPr/>
          <p:nvPr/>
        </p:nvSpPr>
        <p:spPr>
          <a:xfrm>
            <a:off x="4715933" y="3877733"/>
            <a:ext cx="274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text and shapes</a:t>
            </a:r>
            <a:endParaRPr lang="en-US" sz="1467" dirty="0"/>
          </a:p>
        </p:txBody>
      </p:sp>
      <p:sp>
        <p:nvSpPr>
          <p:cNvPr id="97" name="infographic-text-15"/>
          <p:cNvSpPr/>
          <p:nvPr/>
        </p:nvSpPr>
        <p:spPr>
          <a:xfrm>
            <a:off x="4715933" y="4351867"/>
            <a:ext cx="270933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主要元素可個別編輯</a:t>
            </a:r>
            <a:endParaRPr lang="en-US" sz="1467" dirty="0"/>
          </a:p>
        </p:txBody>
      </p:sp>
      <p:sp>
        <p:nvSpPr>
          <p:cNvPr id="98" name="infographic-shape-16"/>
          <p:cNvSpPr/>
          <p:nvPr/>
        </p:nvSpPr>
        <p:spPr>
          <a:xfrm>
            <a:off x="6985000" y="2531533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99" name="infographic-shape-17"/>
          <p:cNvSpPr/>
          <p:nvPr/>
        </p:nvSpPr>
        <p:spPr>
          <a:xfrm>
            <a:off x="6883400" y="2650067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80A4F8"/>
          </a:solidFill>
          <a:ln w="12700">
            <a:solidFill>
              <a:srgbClr val="80A4F8">
                <a:alpha val="0"/>
              </a:srgbClr>
            </a:solidFill>
            <a:prstDash val="solid"/>
          </a:ln>
        </p:spPr>
      </p:sp>
      <p:sp>
        <p:nvSpPr>
          <p:cNvPr id="100" name="infographic-shape-18"/>
          <p:cNvSpPr/>
          <p:nvPr/>
        </p:nvSpPr>
        <p:spPr>
          <a:xfrm>
            <a:off x="6781800" y="2768600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01" name="infographic-shape-19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102" name="infographic-text-20"/>
          <p:cNvSpPr/>
          <p:nvPr/>
        </p:nvSpPr>
        <p:spPr>
          <a:xfrm>
            <a:off x="8424333" y="2362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5C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3000" dirty="0"/>
          </a:p>
        </p:txBody>
      </p:sp>
      <p:sp>
        <p:nvSpPr>
          <p:cNvPr id="103" name="infographic-text-21"/>
          <p:cNvSpPr/>
          <p:nvPr/>
        </p:nvSpPr>
        <p:spPr>
          <a:xfrm>
            <a:off x="8424333" y="3166533"/>
            <a:ext cx="299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&amp; correct</a:t>
            </a:r>
            <a:endParaRPr lang="en-US" sz="1933" dirty="0"/>
          </a:p>
        </p:txBody>
      </p:sp>
      <p:sp>
        <p:nvSpPr>
          <p:cNvPr id="104" name="infographic-text-22"/>
          <p:cNvSpPr/>
          <p:nvPr/>
        </p:nvSpPr>
        <p:spPr>
          <a:xfrm>
            <a:off x="8424333" y="3877733"/>
            <a:ext cx="291253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 before delivery</a:t>
            </a:r>
            <a:endParaRPr lang="en-US" sz="1467" dirty="0"/>
          </a:p>
        </p:txBody>
      </p:sp>
      <p:sp>
        <p:nvSpPr>
          <p:cNvPr id="105" name="infographic-line-23"/>
          <p:cNvSpPr/>
          <p:nvPr/>
        </p:nvSpPr>
        <p:spPr>
          <a:xfrm>
            <a:off x="8483600" y="4868333"/>
            <a:ext cx="829733" cy="0"/>
          </a:xfrm>
          <a:prstGeom prst="line">
            <a:avLst/>
          </a:prstGeom>
          <a:noFill/>
          <a:ln w="42333">
            <a:solidFill>
              <a:srgbClr val="00A68C"/>
            </a:solidFill>
            <a:prstDash val="solid"/>
          </a:ln>
        </p:spPr>
      </p:sp>
      <p:sp>
        <p:nvSpPr>
          <p:cNvPr id="106" name="infographic-line-24"/>
          <p:cNvSpPr/>
          <p:nvPr/>
        </p:nvSpPr>
        <p:spPr>
          <a:xfrm>
            <a:off x="9313333" y="4868333"/>
            <a:ext cx="-169333" cy="-152400"/>
          </a:xfrm>
          <a:prstGeom prst="line">
            <a:avLst/>
          </a:prstGeom>
          <a:noFill/>
          <a:ln w="42333">
            <a:solidFill>
              <a:srgbClr val="00A68C"/>
            </a:solidFill>
            <a:prstDash val="solid"/>
          </a:ln>
        </p:spPr>
      </p:sp>
      <p:sp>
        <p:nvSpPr>
          <p:cNvPr id="107" name="infographic-text-25"/>
          <p:cNvSpPr/>
          <p:nvPr/>
        </p:nvSpPr>
        <p:spPr>
          <a:xfrm>
            <a:off x="541867" y="6248400"/>
            <a:ext cx="10752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 designed independently for testing. No client or company documents.</a:t>
            </a:r>
            <a:endParaRPr lang="en-US" sz="11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lex-flow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complex-flow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complex-flow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From pixels to editable layers</a:t>
            </a:r>
            <a:endParaRPr lang="en-US" sz="2800" dirty="0"/>
          </a:p>
        </p:txBody>
      </p:sp>
      <p:sp>
        <p:nvSpPr>
          <p:cNvPr id="5" name="complex-flow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Complex screenshot fixture / 原始外觀優先</a:t>
            </a:r>
            <a:endParaRPr lang="en-US" sz="1467" dirty="0"/>
          </a:p>
        </p:txBody>
      </p:sp>
      <p:sp>
        <p:nvSpPr>
          <p:cNvPr id="6" name="complex-flow-line-4"/>
          <p:cNvSpPr/>
          <p:nvPr/>
        </p:nvSpPr>
        <p:spPr>
          <a:xfrm>
            <a:off x="2751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7" name="complex-flow-line-5"/>
          <p:cNvSpPr/>
          <p:nvPr/>
        </p:nvSpPr>
        <p:spPr>
          <a:xfrm>
            <a:off x="3505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8" name="complex-flow-line-6"/>
          <p:cNvSpPr/>
          <p:nvPr/>
        </p:nvSpPr>
        <p:spPr>
          <a:xfrm>
            <a:off x="3581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9" name="complex-flow-line-7"/>
          <p:cNvSpPr/>
          <p:nvPr/>
        </p:nvSpPr>
        <p:spPr>
          <a:xfrm>
            <a:off x="5672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0" name="complex-flow-line-8"/>
          <p:cNvSpPr/>
          <p:nvPr/>
        </p:nvSpPr>
        <p:spPr>
          <a:xfrm>
            <a:off x="6426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1" name="complex-flow-line-9"/>
          <p:cNvSpPr/>
          <p:nvPr/>
        </p:nvSpPr>
        <p:spPr>
          <a:xfrm>
            <a:off x="6502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2" name="complex-flow-line-10"/>
          <p:cNvSpPr/>
          <p:nvPr/>
        </p:nvSpPr>
        <p:spPr>
          <a:xfrm>
            <a:off x="8593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3" name="complex-flow-line-11"/>
          <p:cNvSpPr/>
          <p:nvPr/>
        </p:nvSpPr>
        <p:spPr>
          <a:xfrm>
            <a:off x="9347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4" name="complex-flow-line-12"/>
          <p:cNvSpPr/>
          <p:nvPr/>
        </p:nvSpPr>
        <p:spPr>
          <a:xfrm>
            <a:off x="9423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5" name="complex-flow-shape-13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16" name="complex-flow-shape-14"/>
          <p:cNvSpPr/>
          <p:nvPr/>
        </p:nvSpPr>
        <p:spPr>
          <a:xfrm>
            <a:off x="1456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7" name="complex-flow-shape-15"/>
          <p:cNvSpPr/>
          <p:nvPr/>
        </p:nvSpPr>
        <p:spPr>
          <a:xfrm>
            <a:off x="1600200" y="3064933"/>
            <a:ext cx="254000" cy="254000"/>
          </a:xfrm>
          <a:prstGeom prst="ellipse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complex-flow-line-16"/>
          <p:cNvSpPr/>
          <p:nvPr/>
        </p:nvSpPr>
        <p:spPr>
          <a:xfrm>
            <a:off x="1803400" y="3251200"/>
            <a:ext cx="135467" cy="1354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19" name="complex-flow-text-17"/>
          <p:cNvSpPr/>
          <p:nvPr/>
        </p:nvSpPr>
        <p:spPr>
          <a:xfrm>
            <a:off x="889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Inspect</a:t>
            </a:r>
            <a:endParaRPr lang="en-US" sz="1733" dirty="0"/>
          </a:p>
        </p:txBody>
      </p:sp>
      <p:sp>
        <p:nvSpPr>
          <p:cNvPr id="20" name="complex-flow-shape-18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21" name="complex-flow-shape-19"/>
          <p:cNvSpPr/>
          <p:nvPr/>
        </p:nvSpPr>
        <p:spPr>
          <a:xfrm>
            <a:off x="4377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00A68C"/>
          </a:solidFill>
          <a:ln w="12700">
            <a:solidFill>
              <a:srgbClr val="00A68C">
                <a:alpha val="0"/>
              </a:srgbClr>
            </a:solidFill>
            <a:prstDash val="solid"/>
          </a:ln>
        </p:spPr>
      </p:sp>
      <p:sp>
        <p:nvSpPr>
          <p:cNvPr id="22" name="complex-flow-shape-20"/>
          <p:cNvSpPr/>
          <p:nvPr/>
        </p:nvSpPr>
        <p:spPr>
          <a:xfrm>
            <a:off x="4555067" y="3056467"/>
            <a:ext cx="254000" cy="169333"/>
          </a:xfrm>
          <a:prstGeom prst="rect">
            <a:avLst>
              <a:gd name="adj" fmla="val 60000"/>
            </a:avLst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3" name="complex-flow-shape-21"/>
          <p:cNvSpPr/>
          <p:nvPr/>
        </p:nvSpPr>
        <p:spPr>
          <a:xfrm>
            <a:off x="4495800" y="3132667"/>
            <a:ext cx="254000" cy="169333"/>
          </a:xfrm>
          <a:prstGeom prst="rect">
            <a:avLst>
              <a:gd name="adj" fmla="val 60000"/>
            </a:avLst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4" name="complex-flow-shape-22"/>
          <p:cNvSpPr/>
          <p:nvPr/>
        </p:nvSpPr>
        <p:spPr>
          <a:xfrm>
            <a:off x="4436533" y="3208867"/>
            <a:ext cx="254000" cy="169333"/>
          </a:xfrm>
          <a:prstGeom prst="rect">
            <a:avLst>
              <a:gd name="adj" fmla="val 6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complex-flow-text-23"/>
          <p:cNvSpPr/>
          <p:nvPr/>
        </p:nvSpPr>
        <p:spPr>
          <a:xfrm>
            <a:off x="3810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Rebuild</a:t>
            </a:r>
            <a:endParaRPr lang="en-US" sz="1733" dirty="0"/>
          </a:p>
        </p:txBody>
      </p:sp>
      <p:sp>
        <p:nvSpPr>
          <p:cNvPr id="26" name="complex-flow-shape-24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27" name="complex-flow-shape-25"/>
          <p:cNvSpPr/>
          <p:nvPr/>
        </p:nvSpPr>
        <p:spPr>
          <a:xfrm>
            <a:off x="7298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7953CF"/>
          </a:solidFill>
          <a:ln w="12700">
            <a:solidFill>
              <a:srgbClr val="7953CF">
                <a:alpha val="0"/>
              </a:srgbClr>
            </a:solidFill>
            <a:prstDash val="solid"/>
          </a:ln>
        </p:spPr>
      </p:sp>
      <p:sp>
        <p:nvSpPr>
          <p:cNvPr id="28" name="complex-flow-shape-26"/>
          <p:cNvSpPr/>
          <p:nvPr/>
        </p:nvSpPr>
        <p:spPr>
          <a:xfrm>
            <a:off x="7425267" y="3098800"/>
            <a:ext cx="338667" cy="211667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complex-flow-line-27"/>
          <p:cNvSpPr/>
          <p:nvPr/>
        </p:nvSpPr>
        <p:spPr>
          <a:xfrm>
            <a:off x="7594600" y="3318933"/>
            <a:ext cx="0" cy="76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0" name="complex-flow-text-28"/>
          <p:cNvSpPr/>
          <p:nvPr/>
        </p:nvSpPr>
        <p:spPr>
          <a:xfrm>
            <a:off x="6731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en-US" sz="1733" dirty="0"/>
          </a:p>
        </p:txBody>
      </p:sp>
      <p:sp>
        <p:nvSpPr>
          <p:cNvPr id="31" name="complex-flow-shape-29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32" name="complex-flow-shape-30"/>
          <p:cNvSpPr/>
          <p:nvPr/>
        </p:nvSpPr>
        <p:spPr>
          <a:xfrm>
            <a:off x="10219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D67A24"/>
          </a:solidFill>
          <a:ln w="12700">
            <a:solidFill>
              <a:srgbClr val="D67A24">
                <a:alpha val="0"/>
              </a:srgbClr>
            </a:solidFill>
            <a:prstDash val="solid"/>
          </a:ln>
        </p:spPr>
      </p:sp>
      <p:sp>
        <p:nvSpPr>
          <p:cNvPr id="33" name="complex-flow-line-31"/>
          <p:cNvSpPr/>
          <p:nvPr/>
        </p:nvSpPr>
        <p:spPr>
          <a:xfrm>
            <a:off x="10388600" y="3191933"/>
            <a:ext cx="101600" cy="1100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34" name="complex-flow-line-32"/>
          <p:cNvSpPr/>
          <p:nvPr/>
        </p:nvSpPr>
        <p:spPr>
          <a:xfrm>
            <a:off x="10490200" y="3302000"/>
            <a:ext cx="186267" cy="-1862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35" name="complex-flow-text-33"/>
          <p:cNvSpPr/>
          <p:nvPr/>
        </p:nvSpPr>
        <p:spPr>
          <a:xfrm>
            <a:off x="9652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Correct</a:t>
            </a:r>
            <a:endParaRPr lang="en-US" sz="1733" dirty="0"/>
          </a:p>
        </p:txBody>
      </p:sp>
      <p:sp>
        <p:nvSpPr>
          <p:cNvPr id="36" name="complex-flow-line-34"/>
          <p:cNvSpPr/>
          <p:nvPr/>
        </p:nvSpPr>
        <p:spPr>
          <a:xfrm>
            <a:off x="10524067" y="4572000"/>
            <a:ext cx="0" cy="677333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7" name="complex-flow-line-35"/>
          <p:cNvSpPr/>
          <p:nvPr/>
        </p:nvSpPr>
        <p:spPr>
          <a:xfrm>
            <a:off x="10524067" y="5249333"/>
            <a:ext cx="-5867400" cy="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8" name="complex-flow-line-36"/>
          <p:cNvSpPr/>
          <p:nvPr/>
        </p:nvSpPr>
        <p:spPr>
          <a:xfrm>
            <a:off x="4656667" y="5249333"/>
            <a:ext cx="0" cy="-618067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9" name="complex-flow-line-37"/>
          <p:cNvSpPr/>
          <p:nvPr/>
        </p:nvSpPr>
        <p:spPr>
          <a:xfrm>
            <a:off x="4580467" y="4580467"/>
            <a:ext cx="76200" cy="5080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40" name="complex-flow-line-38"/>
          <p:cNvSpPr/>
          <p:nvPr/>
        </p:nvSpPr>
        <p:spPr>
          <a:xfrm>
            <a:off x="4656667" y="4631267"/>
            <a:ext cx="-76200" cy="5080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41" name="complex-flow-text-39"/>
          <p:cNvSpPr/>
          <p:nvPr/>
        </p:nvSpPr>
        <p:spPr>
          <a:xfrm>
            <a:off x="5384800" y="5503333"/>
            <a:ext cx="4741333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Targeted correction loop</a:t>
            </a:r>
            <a:endParaRPr lang="en-US" sz="1467" dirty="0"/>
          </a:p>
        </p:txBody>
      </p:sp>
      <p:sp>
        <p:nvSpPr>
          <p:cNvPr id="42" name="complex-flow-text-40"/>
          <p:cNvSpPr/>
          <p:nvPr/>
        </p:nvSpPr>
        <p:spPr>
          <a:xfrm>
            <a:off x="762000" y="6189133"/>
            <a:ext cx="93133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3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文字保持原樣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chart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visual-chart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visual-chart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chart is also a visual design</a:t>
            </a:r>
            <a:endParaRPr lang="en-US" sz="2800" dirty="0"/>
          </a:p>
        </p:txBody>
      </p:sp>
      <p:sp>
        <p:nvSpPr>
          <p:cNvPr id="5" name="visual-chart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Default: editable shapes and labels. Native chart data only on request.</a:t>
            </a:r>
            <a:endParaRPr lang="en-US" sz="1467" dirty="0"/>
          </a:p>
        </p:txBody>
      </p:sp>
      <p:sp>
        <p:nvSpPr>
          <p:cNvPr id="6" name="visual-chart-shape-4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7" name="visual-chart-text-5"/>
          <p:cNvSpPr/>
          <p:nvPr/>
        </p:nvSpPr>
        <p:spPr>
          <a:xfrm>
            <a:off x="931333" y="2413000"/>
            <a:ext cx="6688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Observed sample values</a:t>
            </a:r>
            <a:endParaRPr lang="en-US" sz="1800" dirty="0"/>
          </a:p>
        </p:txBody>
      </p:sp>
      <p:sp>
        <p:nvSpPr>
          <p:cNvPr id="8" name="visual-chart-line-6"/>
          <p:cNvSpPr/>
          <p:nvPr/>
        </p:nvSpPr>
        <p:spPr>
          <a:xfrm>
            <a:off x="1016000" y="33020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9" name="visual-chart-line-7"/>
          <p:cNvSpPr/>
          <p:nvPr/>
        </p:nvSpPr>
        <p:spPr>
          <a:xfrm>
            <a:off x="1016000" y="39624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0" name="visual-chart-line-8"/>
          <p:cNvSpPr/>
          <p:nvPr/>
        </p:nvSpPr>
        <p:spPr>
          <a:xfrm>
            <a:off x="1016000" y="46228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1" name="visual-chart-line-9"/>
          <p:cNvSpPr/>
          <p:nvPr/>
        </p:nvSpPr>
        <p:spPr>
          <a:xfrm>
            <a:off x="1016000" y="52832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2" name="visual-chart-shape-10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3" name="visual-chart-text-11"/>
          <p:cNvSpPr/>
          <p:nvPr/>
        </p:nvSpPr>
        <p:spPr>
          <a:xfrm>
            <a:off x="1413933" y="43518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600" dirty="0"/>
          </a:p>
        </p:txBody>
      </p:sp>
      <p:sp>
        <p:nvSpPr>
          <p:cNvPr id="14" name="visual-chart-text-12"/>
          <p:cNvSpPr/>
          <p:nvPr/>
        </p:nvSpPr>
        <p:spPr>
          <a:xfrm>
            <a:off x="1413933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Q1</a:t>
            </a:r>
            <a:endParaRPr lang="en-US" sz="1400" dirty="0"/>
          </a:p>
        </p:txBody>
      </p:sp>
      <p:sp>
        <p:nvSpPr>
          <p:cNvPr id="15" name="visual-chart-shape-13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  <a:ln w="12700">
            <a:solidFill>
              <a:srgbClr val="00A68C">
                <a:alpha val="0"/>
              </a:srgbClr>
            </a:solidFill>
            <a:prstDash val="solid"/>
          </a:ln>
        </p:spPr>
      </p:sp>
      <p:sp>
        <p:nvSpPr>
          <p:cNvPr id="16" name="visual-chart-text-14"/>
          <p:cNvSpPr/>
          <p:nvPr/>
        </p:nvSpPr>
        <p:spPr>
          <a:xfrm>
            <a:off x="2904067" y="36914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58</a:t>
            </a:r>
            <a:endParaRPr lang="en-US" sz="1600" dirty="0"/>
          </a:p>
        </p:txBody>
      </p:sp>
      <p:sp>
        <p:nvSpPr>
          <p:cNvPr id="17" name="visual-chart-text-15"/>
          <p:cNvSpPr/>
          <p:nvPr/>
        </p:nvSpPr>
        <p:spPr>
          <a:xfrm>
            <a:off x="2904067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visual-chart-shape-16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  <a:ln w="12700">
            <a:solidFill>
              <a:srgbClr val="7953CF">
                <a:alpha val="0"/>
              </a:srgbClr>
            </a:solidFill>
            <a:prstDash val="solid"/>
          </a:ln>
        </p:spPr>
      </p:sp>
      <p:sp>
        <p:nvSpPr>
          <p:cNvPr id="19" name="visual-chart-text-17"/>
          <p:cNvSpPr/>
          <p:nvPr/>
        </p:nvSpPr>
        <p:spPr>
          <a:xfrm>
            <a:off x="4394200" y="32342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76</a:t>
            </a:r>
            <a:endParaRPr lang="en-US" sz="1600" dirty="0"/>
          </a:p>
        </p:txBody>
      </p:sp>
      <p:sp>
        <p:nvSpPr>
          <p:cNvPr id="20" name="visual-chart-text-18"/>
          <p:cNvSpPr/>
          <p:nvPr/>
        </p:nvSpPr>
        <p:spPr>
          <a:xfrm>
            <a:off x="4394200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</a:t>
            </a:r>
            <a:endParaRPr lang="en-US" sz="1400" dirty="0"/>
          </a:p>
        </p:txBody>
      </p:sp>
      <p:sp>
        <p:nvSpPr>
          <p:cNvPr id="21" name="visual-chart-shape-19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  <a:ln w="12700">
            <a:solidFill>
              <a:srgbClr val="D67A24">
                <a:alpha val="0"/>
              </a:srgbClr>
            </a:solidFill>
            <a:prstDash val="solid"/>
          </a:ln>
        </p:spPr>
      </p:sp>
      <p:sp>
        <p:nvSpPr>
          <p:cNvPr id="22" name="visual-chart-text-20"/>
          <p:cNvSpPr/>
          <p:nvPr/>
        </p:nvSpPr>
        <p:spPr>
          <a:xfrm>
            <a:off x="5884333" y="28278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</a:t>
            </a:r>
            <a:endParaRPr lang="en-US" sz="1600" dirty="0"/>
          </a:p>
        </p:txBody>
      </p:sp>
      <p:sp>
        <p:nvSpPr>
          <p:cNvPr id="23" name="visual-chart-text-21"/>
          <p:cNvSpPr/>
          <p:nvPr/>
        </p:nvSpPr>
        <p:spPr>
          <a:xfrm>
            <a:off x="5884333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</a:t>
            </a:r>
            <a:endParaRPr lang="en-US" sz="1400" dirty="0"/>
          </a:p>
        </p:txBody>
      </p:sp>
      <p:sp>
        <p:nvSpPr>
          <p:cNvPr id="24" name="visual-chart-text-22"/>
          <p:cNvSpPr/>
          <p:nvPr/>
        </p:nvSpPr>
        <p:spPr>
          <a:xfrm>
            <a:off x="8890000" y="2963333"/>
            <a:ext cx="2455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Exact labels</a:t>
            </a:r>
            <a:endParaRPr lang="en-US" sz="1933" dirty="0"/>
          </a:p>
        </p:txBody>
      </p:sp>
      <p:sp>
        <p:nvSpPr>
          <p:cNvPr id="25" name="visual-chart-text-23"/>
          <p:cNvSpPr/>
          <p:nvPr/>
        </p:nvSpPr>
        <p:spPr>
          <a:xfrm>
            <a:off x="8890000" y="3598333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67" b="1" dirty="0">
                <a:solidFill>
                  <a:srgbClr val="245C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 / 58 / 76 / 92</a:t>
            </a:r>
            <a:endParaRPr lang="en-US" sz="1667" dirty="0"/>
          </a:p>
        </p:txBody>
      </p:sp>
      <p:sp>
        <p:nvSpPr>
          <p:cNvPr id="26" name="visual-chart-text-24"/>
          <p:cNvSpPr/>
          <p:nvPr/>
        </p:nvSpPr>
        <p:spPr>
          <a:xfrm>
            <a:off x="8890000" y="4284133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 inferred data</a:t>
            </a:r>
            <a:endParaRPr lang="en-US" sz="1467" dirty="0"/>
          </a:p>
        </p:txBody>
      </p:sp>
      <p:sp>
        <p:nvSpPr>
          <p:cNvPr id="27" name="visual-chart-text-25"/>
          <p:cNvSpPr/>
          <p:nvPr/>
        </p:nvSpPr>
        <p:spPr>
          <a:xfrm>
            <a:off x="8890000" y="4749800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 style changes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Original synthetic test fixtures</dc:subject>
  <dc:creator>SlideRecast</dc:creator>
  <cp:lastModifiedBy>SlideRecast</cp:lastModifiedBy>
  <cp:revision>1</cp:revision>
  <dcterms:created xsi:type="dcterms:W3CDTF">2026-10-13T08:41:05Z</dcterms:created>
  <dcterms:modified xsi:type="dcterms:W3CDTF">2026-10-13T08:41:05Z</dcterms:modified>
</cp:coreProperties>
</file>