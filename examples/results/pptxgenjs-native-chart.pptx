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245CE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58</c:v>
                </c:pt>
                <c:pt idx="2">
                  <c:v>76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Optional editable data probe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371600"/>
          <a:ext cx="9144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2026-10-13T08:41:05Z</dcterms:created>
  <dcterms:modified xsi:type="dcterms:W3CDTF">2026-10-13T08:41:05Z</dcterms:modified>
</cp:coreProperties>
</file>