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embeddings/Microsoft_Excel_Worksheet1.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59</c:v>
                </c:pt>
                <c:pt idx="2">
                  <c:v>77</c:v>
                </c:pt>
                <c:pt idx="3">
                  <c:v>93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xPr>
          <a:bodyPr vert="horz"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222222222"/>
      </c:catAx>
      <c:valAx>
        <c:axId val="222222222"/>
        <c:scaling>
          <c:orientation val="minMax"/>
        </c:scaling>
        <c:delete val="0"/>
        <c:axPos val="l"/>
        <c:txPr>
          <a:bodyPr vert="horz"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111111111"/>
      </c:valAx>
    </c:plotArea>
    <c:plotVisOnly val="1"/>
    <c:dispBlanksAs val="gap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600"/>
              <a:t>Optional editable data probe</a:t>
            </a:r>
            <a:endParaRPr sz="2600"/>
          </a:p>
        </p:txBody>
      </p:sp>
      <p:graphicFrame>
        <p:nvGraphicFramePr>
          <p:cNvPr id="3" name="Chart 1"/>
          <p:cNvGraphicFramePr/>
          <p:nvPr/>
        </p:nvGraphicFramePr>
        <p:xfrm>
          <a:off x="914400" y="1371600"/>
          <a:ext cx="9144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@office-kit/pptx</dc:creator>
  <cp:lastModifiedBy>@office-kit/pptx</cp:lastModifiedBy>
</cp:coreProperties>
</file>